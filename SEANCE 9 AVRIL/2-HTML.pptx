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25" r:id="rId1"/>
  </p:sldMasterIdLst>
  <p:notesMasterIdLst>
    <p:notesMasterId r:id="rId18"/>
  </p:notesMasterIdLst>
  <p:handoutMasterIdLst>
    <p:handoutMasterId r:id="rId19"/>
  </p:handoutMasterIdLst>
  <p:sldIdLst>
    <p:sldId id="256" r:id="rId2"/>
    <p:sldId id="321" r:id="rId3"/>
    <p:sldId id="323" r:id="rId4"/>
    <p:sldId id="301" r:id="rId5"/>
    <p:sldId id="324" r:id="rId6"/>
    <p:sldId id="325" r:id="rId7"/>
    <p:sldId id="328" r:id="rId8"/>
    <p:sldId id="330" r:id="rId9"/>
    <p:sldId id="331" r:id="rId10"/>
    <p:sldId id="332" r:id="rId11"/>
    <p:sldId id="333" r:id="rId12"/>
    <p:sldId id="334" r:id="rId13"/>
    <p:sldId id="329" r:id="rId14"/>
    <p:sldId id="327" r:id="rId15"/>
    <p:sldId id="319" r:id="rId16"/>
    <p:sldId id="318" r:id="rId17"/>
  </p:sldIdLst>
  <p:sldSz cx="12192000" cy="6858000"/>
  <p:notesSz cx="6858000" cy="9144000"/>
  <p:defaultTextStyle>
    <a:defPPr rtl="0">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3" name="Auteu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6535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ED0A07-3F21-48D2-A60C-DF2F0EFF3248}" v="1" dt="2026-04-02T11:51:00.4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34" autoAdjust="0"/>
  </p:normalViewPr>
  <p:slideViewPr>
    <p:cSldViewPr snapToGrid="0">
      <p:cViewPr varScale="1">
        <p:scale>
          <a:sx n="75" d="100"/>
          <a:sy n="75" d="100"/>
        </p:scale>
        <p:origin x="979" y="262"/>
      </p:cViewPr>
      <p:guideLst>
        <p:guide orient="horz" pos="2160"/>
        <p:guide pos="3840"/>
      </p:guideLst>
    </p:cSldViewPr>
  </p:slideViewPr>
  <p:notesTextViewPr>
    <p:cViewPr>
      <p:scale>
        <a:sx n="1" d="1"/>
        <a:sy n="1" d="1"/>
      </p:scale>
      <p:origin x="0" y="0"/>
    </p:cViewPr>
  </p:notesTextViewPr>
  <p:notesViewPr>
    <p:cSldViewPr snapToGrid="0">
      <p:cViewPr varScale="1">
        <p:scale>
          <a:sx n="93" d="100"/>
          <a:sy n="93" d="100"/>
        </p:scale>
        <p:origin x="295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illaume FOVEAU" userId="dabd906ad70badc6" providerId="LiveId" clId="{43F131B2-21F0-476C-A6CD-2431D27944F7}"/>
    <pc:docChg chg="modSld">
      <pc:chgData name="Guillaume FOVEAU" userId="dabd906ad70badc6" providerId="LiveId" clId="{43F131B2-21F0-476C-A6CD-2431D27944F7}" dt="2026-04-09T10:40:38.087" v="1" actId="20577"/>
      <pc:docMkLst>
        <pc:docMk/>
      </pc:docMkLst>
      <pc:sldChg chg="modSp mod">
        <pc:chgData name="Guillaume FOVEAU" userId="dabd906ad70badc6" providerId="LiveId" clId="{43F131B2-21F0-476C-A6CD-2431D27944F7}" dt="2026-04-09T10:40:38.087" v="1" actId="20577"/>
        <pc:sldMkLst>
          <pc:docMk/>
          <pc:sldMk cId="4209711902" sldId="256"/>
        </pc:sldMkLst>
        <pc:spChg chg="mod">
          <ac:chgData name="Guillaume FOVEAU" userId="dabd906ad70badc6" providerId="LiveId" clId="{43F131B2-21F0-476C-A6CD-2431D27944F7}" dt="2026-04-09T10:40:38.087" v="1" actId="20577"/>
          <ac:spMkLst>
            <pc:docMk/>
            <pc:sldMk cId="4209711902" sldId="256"/>
            <ac:spMk id="3" creationId="{A4F4068D-37AE-4B7D-BC75-216B123A6C44}"/>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E26D37A0-F398-4276-AAF6-E62AA90BC97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fr-FR"/>
          </a:p>
        </p:txBody>
      </p:sp>
      <p:sp>
        <p:nvSpPr>
          <p:cNvPr id="3" name="Espace réservé de la date 2">
            <a:extLst>
              <a:ext uri="{FF2B5EF4-FFF2-40B4-BE49-F238E27FC236}">
                <a16:creationId xmlns:a16="http://schemas.microsoft.com/office/drawing/2014/main" id="{7D96B402-FD6E-4995-8160-C6DD76DAAC5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D1E7AF26-C5F5-4F83-9BCC-79FC7D6C84FB}" type="datetime1">
              <a:rPr lang="fr-FR" smtClean="0"/>
              <a:t>09/04/2026</a:t>
            </a:fld>
            <a:endParaRPr lang="fr-FR"/>
          </a:p>
        </p:txBody>
      </p:sp>
      <p:sp>
        <p:nvSpPr>
          <p:cNvPr id="4" name="Espace réservé du pied de page 3">
            <a:extLst>
              <a:ext uri="{FF2B5EF4-FFF2-40B4-BE49-F238E27FC236}">
                <a16:creationId xmlns:a16="http://schemas.microsoft.com/office/drawing/2014/main" id="{67BA7967-B488-405D-84A2-64F6D9128F3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fr-FR"/>
          </a:p>
        </p:txBody>
      </p:sp>
      <p:sp>
        <p:nvSpPr>
          <p:cNvPr id="5" name="Espace réservé du numéro de diapositive 4">
            <a:extLst>
              <a:ext uri="{FF2B5EF4-FFF2-40B4-BE49-F238E27FC236}">
                <a16:creationId xmlns:a16="http://schemas.microsoft.com/office/drawing/2014/main" id="{6A65115A-3EB4-4B47-8F4B-4F42519BF90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DD0885D5-D443-4228-8B2C-B9DF9A30D578}" type="slidenum">
              <a:rPr lang="fr-FR" smtClean="0"/>
              <a:t>‹N°›</a:t>
            </a:fld>
            <a:endParaRPr lang="fr-FR"/>
          </a:p>
        </p:txBody>
      </p:sp>
    </p:spTree>
    <p:extLst>
      <p:ext uri="{BB962C8B-B14F-4D97-AF65-F5344CB8AC3E}">
        <p14:creationId xmlns:p14="http://schemas.microsoft.com/office/powerpoint/2010/main" val="414789139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fr-FR" noProof="0"/>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11A845AF-11F2-4347-97C4-4CF5A0EEB147}" type="datetime1">
              <a:rPr lang="fr-FR" noProof="0" smtClean="0"/>
              <a:t>09/04/2026</a:t>
            </a:fld>
            <a:endParaRPr lang="fr-FR" noProof="0"/>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fr-FR" noProof="0"/>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fr-FR" noProof="0"/>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69D2F9AB-3C90-481E-8C34-4F549BF455D7}" type="slidenum">
              <a:rPr lang="fr-FR" noProof="0" smtClean="0"/>
              <a:t>‹N°›</a:t>
            </a:fld>
            <a:endParaRPr lang="fr-FR" noProof="0"/>
          </a:p>
        </p:txBody>
      </p:sp>
    </p:spTree>
    <p:extLst>
      <p:ext uri="{BB962C8B-B14F-4D97-AF65-F5344CB8AC3E}">
        <p14:creationId xmlns:p14="http://schemas.microsoft.com/office/powerpoint/2010/main" val="389171794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a:p>
        </p:txBody>
      </p:sp>
      <p:sp>
        <p:nvSpPr>
          <p:cNvPr id="4" name="Espace réservé du numéro de diapositive 3"/>
          <p:cNvSpPr>
            <a:spLocks noGrp="1"/>
          </p:cNvSpPr>
          <p:nvPr>
            <p:ph type="sldNum" sz="quarter" idx="5"/>
          </p:nvPr>
        </p:nvSpPr>
        <p:spPr/>
        <p:txBody>
          <a:bodyPr rtlCol="0"/>
          <a:lstStyle/>
          <a:p>
            <a:pPr rtl="0"/>
            <a:fld id="{69D2F9AB-3C90-481E-8C34-4F549BF455D7}" type="slidenum">
              <a:rPr lang="fr-FR" smtClean="0"/>
              <a:t>1</a:t>
            </a:fld>
            <a:endParaRPr lang="fr-FR"/>
          </a:p>
        </p:txBody>
      </p:sp>
    </p:spTree>
    <p:extLst>
      <p:ext uri="{BB962C8B-B14F-4D97-AF65-F5344CB8AC3E}">
        <p14:creationId xmlns:p14="http://schemas.microsoft.com/office/powerpoint/2010/main" val="6169121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a:p>
        </p:txBody>
      </p:sp>
      <p:sp>
        <p:nvSpPr>
          <p:cNvPr id="4" name="Espace réservé du numéro de diapositive 3"/>
          <p:cNvSpPr>
            <a:spLocks noGrp="1"/>
          </p:cNvSpPr>
          <p:nvPr>
            <p:ph type="sldNum" sz="quarter" idx="5"/>
          </p:nvPr>
        </p:nvSpPr>
        <p:spPr/>
        <p:txBody>
          <a:bodyPr rtlCol="0"/>
          <a:lstStyle/>
          <a:p>
            <a:pPr rtl="0"/>
            <a:fld id="{69D2F9AB-3C90-481E-8C34-4F549BF455D7}" type="slidenum">
              <a:rPr lang="fr-FR" smtClean="0"/>
              <a:t>2</a:t>
            </a:fld>
            <a:endParaRPr lang="fr-FR"/>
          </a:p>
        </p:txBody>
      </p:sp>
    </p:spTree>
    <p:extLst>
      <p:ext uri="{BB962C8B-B14F-4D97-AF65-F5344CB8AC3E}">
        <p14:creationId xmlns:p14="http://schemas.microsoft.com/office/powerpoint/2010/main" val="14548666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7F9583-7AFC-3B58-7B63-16136C61C87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70F0754-9CE8-8C2A-F755-62B6A77AB530}"/>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15E35666-DA7E-6B87-C762-59819C93D9E6}"/>
              </a:ext>
            </a:extLst>
          </p:cNvPr>
          <p:cNvSpPr>
            <a:spLocks noGrp="1"/>
          </p:cNvSpPr>
          <p:nvPr>
            <p:ph type="body" idx="1"/>
          </p:nvPr>
        </p:nvSpPr>
        <p:spPr/>
        <p:txBody>
          <a:bodyPr rtlCol="0"/>
          <a:lstStyle/>
          <a:p>
            <a:pPr rtl="0"/>
            <a:endParaRPr lang="fr-FR"/>
          </a:p>
        </p:txBody>
      </p:sp>
      <p:sp>
        <p:nvSpPr>
          <p:cNvPr id="4" name="Espace réservé du numéro de diapositive 3">
            <a:extLst>
              <a:ext uri="{FF2B5EF4-FFF2-40B4-BE49-F238E27FC236}">
                <a16:creationId xmlns:a16="http://schemas.microsoft.com/office/drawing/2014/main" id="{F7210981-92D6-2241-2977-193B7ECD06F4}"/>
              </a:ext>
            </a:extLst>
          </p:cNvPr>
          <p:cNvSpPr>
            <a:spLocks noGrp="1"/>
          </p:cNvSpPr>
          <p:nvPr>
            <p:ph type="sldNum" sz="quarter" idx="5"/>
          </p:nvPr>
        </p:nvSpPr>
        <p:spPr/>
        <p:txBody>
          <a:bodyPr rtlCol="0"/>
          <a:lstStyle/>
          <a:p>
            <a:pPr rtl="0"/>
            <a:fld id="{69D2F9AB-3C90-481E-8C34-4F549BF455D7}" type="slidenum">
              <a:rPr lang="fr-FR" smtClean="0"/>
              <a:t>3</a:t>
            </a:fld>
            <a:endParaRPr lang="fr-FR"/>
          </a:p>
        </p:txBody>
      </p:sp>
    </p:spTree>
    <p:extLst>
      <p:ext uri="{BB962C8B-B14F-4D97-AF65-F5344CB8AC3E}">
        <p14:creationId xmlns:p14="http://schemas.microsoft.com/office/powerpoint/2010/main" val="28667640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a:p>
        </p:txBody>
      </p:sp>
      <p:sp>
        <p:nvSpPr>
          <p:cNvPr id="4" name="Espace réservé du numéro de diapositive 3"/>
          <p:cNvSpPr>
            <a:spLocks noGrp="1"/>
          </p:cNvSpPr>
          <p:nvPr>
            <p:ph type="sldNum" sz="quarter" idx="5"/>
          </p:nvPr>
        </p:nvSpPr>
        <p:spPr/>
        <p:txBody>
          <a:bodyPr rtlCol="0"/>
          <a:lstStyle/>
          <a:p>
            <a:pPr rtl="0"/>
            <a:fld id="{69D2F9AB-3C90-481E-8C34-4F549BF455D7}" type="slidenum">
              <a:rPr lang="fr-FR" smtClean="0"/>
              <a:t>4</a:t>
            </a:fld>
            <a:endParaRPr lang="fr-FR"/>
          </a:p>
        </p:txBody>
      </p:sp>
    </p:spTree>
    <p:extLst>
      <p:ext uri="{BB962C8B-B14F-4D97-AF65-F5344CB8AC3E}">
        <p14:creationId xmlns:p14="http://schemas.microsoft.com/office/powerpoint/2010/main" val="29449211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a:p>
        </p:txBody>
      </p:sp>
      <p:sp>
        <p:nvSpPr>
          <p:cNvPr id="4" name="Espace réservé du numéro de diapositive 3"/>
          <p:cNvSpPr>
            <a:spLocks noGrp="1"/>
          </p:cNvSpPr>
          <p:nvPr>
            <p:ph type="sldNum" sz="quarter" idx="5"/>
          </p:nvPr>
        </p:nvSpPr>
        <p:spPr/>
        <p:txBody>
          <a:bodyPr rtlCol="0"/>
          <a:lstStyle/>
          <a:p>
            <a:pPr rtl="0"/>
            <a:fld id="{69D2F9AB-3C90-481E-8C34-4F549BF455D7}" type="slidenum">
              <a:rPr lang="fr-FR" smtClean="0"/>
              <a:t>15</a:t>
            </a:fld>
            <a:endParaRPr lang="fr-FR"/>
          </a:p>
        </p:txBody>
      </p:sp>
    </p:spTree>
    <p:extLst>
      <p:ext uri="{BB962C8B-B14F-4D97-AF65-F5344CB8AC3E}">
        <p14:creationId xmlns:p14="http://schemas.microsoft.com/office/powerpoint/2010/main" val="30982801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a:p>
        </p:txBody>
      </p:sp>
      <p:sp>
        <p:nvSpPr>
          <p:cNvPr id="4" name="Espace réservé du numéro de diapositive 3"/>
          <p:cNvSpPr>
            <a:spLocks noGrp="1"/>
          </p:cNvSpPr>
          <p:nvPr>
            <p:ph type="sldNum" sz="quarter" idx="5"/>
          </p:nvPr>
        </p:nvSpPr>
        <p:spPr/>
        <p:txBody>
          <a:bodyPr rtlCol="0"/>
          <a:lstStyle/>
          <a:p>
            <a:pPr rtl="0"/>
            <a:fld id="{69D2F9AB-3C90-481E-8C34-4F549BF455D7}" type="slidenum">
              <a:rPr lang="fr-FR" smtClean="0"/>
              <a:t>16</a:t>
            </a:fld>
            <a:endParaRPr lang="fr-FR"/>
          </a:p>
        </p:txBody>
      </p:sp>
    </p:spTree>
    <p:extLst>
      <p:ext uri="{BB962C8B-B14F-4D97-AF65-F5344CB8AC3E}">
        <p14:creationId xmlns:p14="http://schemas.microsoft.com/office/powerpoint/2010/main" val="42504453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 name="Titre 1"/>
          <p:cNvSpPr>
            <a:spLocks noGrp="1"/>
          </p:cNvSpPr>
          <p:nvPr>
            <p:ph type="ctrTitle"/>
          </p:nvPr>
        </p:nvSpPr>
        <p:spPr>
          <a:xfrm>
            <a:off x="581191" y="1020431"/>
            <a:ext cx="10993549" cy="1475013"/>
          </a:xfrm>
          <a:effectLst/>
        </p:spPr>
        <p:txBody>
          <a:bodyPr rtlCol="0" anchor="b">
            <a:normAutofit/>
          </a:bodyPr>
          <a:lstStyle>
            <a:lvl1pPr>
              <a:defRPr sz="3600">
                <a:solidFill>
                  <a:schemeClr val="tx1">
                    <a:lumMod val="75000"/>
                    <a:lumOff val="25000"/>
                  </a:schemeClr>
                </a:solidFill>
              </a:defRPr>
            </a:lvl1pPr>
          </a:lstStyle>
          <a:p>
            <a:pPr rtl="0"/>
            <a:r>
              <a:rPr lang="fr-FR" noProof="0"/>
              <a:t>Modifiez le style du titre</a:t>
            </a:r>
          </a:p>
        </p:txBody>
      </p:sp>
      <p:sp>
        <p:nvSpPr>
          <p:cNvPr id="3" name="Sous-titre 2"/>
          <p:cNvSpPr>
            <a:spLocks noGrp="1"/>
          </p:cNvSpPr>
          <p:nvPr>
            <p:ph type="subTitle" idx="1"/>
          </p:nvPr>
        </p:nvSpPr>
        <p:spPr>
          <a:xfrm>
            <a:off x="581194" y="2495445"/>
            <a:ext cx="10993546" cy="590321"/>
          </a:xfrm>
        </p:spPr>
        <p:txBody>
          <a:bodyPr rtlCol="0"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fr-FR" noProof="0"/>
              <a:t>Modifiez le style des sous-titres du masque</a:t>
            </a:r>
            <a:endParaRPr lang="fr-FR" noProof="0" dirty="0"/>
          </a:p>
        </p:txBody>
      </p:sp>
      <p:sp>
        <p:nvSpPr>
          <p:cNvPr id="8" name="Espace réservé de la date 7">
            <a:extLst>
              <a:ext uri="{FF2B5EF4-FFF2-40B4-BE49-F238E27FC236}">
                <a16:creationId xmlns:a16="http://schemas.microsoft.com/office/drawing/2014/main" id="{7FA0ACE7-29A8-47D3-A7D9-257B711D8023}"/>
              </a:ext>
            </a:extLst>
          </p:cNvPr>
          <p:cNvSpPr>
            <a:spLocks noGrp="1"/>
          </p:cNvSpPr>
          <p:nvPr>
            <p:ph type="dt" sz="half" idx="10"/>
          </p:nvPr>
        </p:nvSpPr>
        <p:spPr>
          <a:xfrm>
            <a:off x="7605951" y="6423914"/>
            <a:ext cx="2844799" cy="365125"/>
          </a:xfrm>
        </p:spPr>
        <p:txBody>
          <a:bodyPr rtlCol="0"/>
          <a:lstStyle/>
          <a:p>
            <a:pPr rtl="0"/>
            <a:fld id="{413A5738-B166-4C66-B5AC-8EC5DF739CDC}" type="datetime1">
              <a:rPr lang="fr-FR" noProof="0" smtClean="0"/>
              <a:t>09/04/2026</a:t>
            </a:fld>
            <a:endParaRPr lang="fr-FR" noProof="0"/>
          </a:p>
        </p:txBody>
      </p:sp>
      <p:sp>
        <p:nvSpPr>
          <p:cNvPr id="10" name="Espace réservé du numéro de diapositive 9">
            <a:extLst>
              <a:ext uri="{FF2B5EF4-FFF2-40B4-BE49-F238E27FC236}">
                <a16:creationId xmlns:a16="http://schemas.microsoft.com/office/drawing/2014/main" id="{5898A89F-CA25-400F-B05A-AECBF2517E4F}"/>
              </a:ext>
            </a:extLst>
          </p:cNvPr>
          <p:cNvSpPr>
            <a:spLocks noGrp="1"/>
          </p:cNvSpPr>
          <p:nvPr>
            <p:ph type="sldNum" sz="quarter" idx="12"/>
          </p:nvPr>
        </p:nvSpPr>
        <p:spPr>
          <a:xfrm>
            <a:off x="10795363" y="6423914"/>
            <a:ext cx="1052510" cy="365125"/>
          </a:xfrm>
        </p:spPr>
        <p:txBody>
          <a:bodyPr rtlCol="0"/>
          <a:lstStyle/>
          <a:p>
            <a:pPr rtl="0"/>
            <a:fld id="{3A98EE3D-8CD1-4C3F-BD1C-C98C9596463C}" type="slidenum">
              <a:rPr lang="fr-FR" noProof="0" smtClean="0"/>
              <a:t>‹N°›</a:t>
            </a:fld>
            <a:endParaRPr lang="fr-FR" noProof="0"/>
          </a:p>
        </p:txBody>
      </p:sp>
      <p:sp>
        <p:nvSpPr>
          <p:cNvPr id="11" name="Espace réservé du pied de page 5">
            <a:extLst>
              <a:ext uri="{FF2B5EF4-FFF2-40B4-BE49-F238E27FC236}">
                <a16:creationId xmlns:a16="http://schemas.microsoft.com/office/drawing/2014/main" id="{3FB45199-F13E-4CB5-AF62-71432CD4898C}"/>
              </a:ext>
            </a:extLst>
          </p:cNvPr>
          <p:cNvSpPr>
            <a:spLocks noGrp="1"/>
          </p:cNvSpPr>
          <p:nvPr>
            <p:ph type="ftr" sz="quarter" idx="11"/>
          </p:nvPr>
        </p:nvSpPr>
        <p:spPr>
          <a:xfrm>
            <a:off x="355101" y="6423914"/>
            <a:ext cx="6818262" cy="365125"/>
          </a:xfrm>
        </p:spPr>
        <p:txBody>
          <a:bodyPr rtlCol="0"/>
          <a:lstStyle/>
          <a:p>
            <a:pPr algn="l" rtl="0"/>
            <a:r>
              <a:rPr lang="fr-FR" noProof="0"/>
              <a:t>Guillaume FOVEAU 2026</a:t>
            </a:r>
          </a:p>
        </p:txBody>
      </p:sp>
    </p:spTree>
    <p:extLst>
      <p:ext uri="{BB962C8B-B14F-4D97-AF65-F5344CB8AC3E}">
        <p14:creationId xmlns:p14="http://schemas.microsoft.com/office/powerpoint/2010/main" val="38009250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re et contenu">
    <p:spTree>
      <p:nvGrpSpPr>
        <p:cNvPr id="1" name=""/>
        <p:cNvGrpSpPr/>
        <p:nvPr/>
      </p:nvGrpSpPr>
      <p:grpSpPr>
        <a:xfrm>
          <a:off x="0" y="0"/>
          <a:ext cx="0" cy="0"/>
          <a:chOff x="0" y="0"/>
          <a:chExt cx="0" cy="0"/>
        </a:xfrm>
      </p:grpSpPr>
      <p:sp>
        <p:nvSpPr>
          <p:cNvPr id="4" name="Espace réservé de la date 3"/>
          <p:cNvSpPr>
            <a:spLocks noGrp="1"/>
          </p:cNvSpPr>
          <p:nvPr>
            <p:ph type="dt" sz="half" idx="10"/>
          </p:nvPr>
        </p:nvSpPr>
        <p:spPr>
          <a:xfrm>
            <a:off x="7605951" y="6423914"/>
            <a:ext cx="2844799" cy="365125"/>
          </a:xfrm>
        </p:spPr>
        <p:txBody>
          <a:bodyPr rtlCol="0"/>
          <a:lstStyle/>
          <a:p>
            <a:pPr rtl="0"/>
            <a:fld id="{753D9622-B13F-4468-AD8F-C24A87B18782}" type="datetime1">
              <a:rPr lang="fr-FR" noProof="0" smtClean="0"/>
              <a:t>09/04/2026</a:t>
            </a:fld>
            <a:endParaRPr lang="fr-FR" noProof="0"/>
          </a:p>
        </p:txBody>
      </p:sp>
      <p:sp>
        <p:nvSpPr>
          <p:cNvPr id="6" name="Espace réservé du numéro de diapositive 5"/>
          <p:cNvSpPr>
            <a:spLocks noGrp="1"/>
          </p:cNvSpPr>
          <p:nvPr>
            <p:ph type="sldNum" sz="quarter" idx="12"/>
          </p:nvPr>
        </p:nvSpPr>
        <p:spPr>
          <a:xfrm>
            <a:off x="10795363" y="6423914"/>
            <a:ext cx="1052510" cy="365125"/>
          </a:xfrm>
        </p:spPr>
        <p:txBody>
          <a:bodyPr rtlCol="0"/>
          <a:lstStyle/>
          <a:p>
            <a:pPr rtl="0"/>
            <a:fld id="{3A98EE3D-8CD1-4C3F-BD1C-C98C9596463C}" type="slidenum">
              <a:rPr lang="fr-FR" noProof="0" smtClean="0"/>
              <a:t>‹N°›</a:t>
            </a:fld>
            <a:endParaRPr lang="fr-FR" noProof="0"/>
          </a:p>
        </p:txBody>
      </p:sp>
      <p:sp>
        <p:nvSpPr>
          <p:cNvPr id="7" name="Espace réservé du pied de page 5">
            <a:extLst>
              <a:ext uri="{FF2B5EF4-FFF2-40B4-BE49-F238E27FC236}">
                <a16:creationId xmlns:a16="http://schemas.microsoft.com/office/drawing/2014/main" id="{D5D91A8B-765C-4E59-8109-94DA4EA55B37}"/>
              </a:ext>
            </a:extLst>
          </p:cNvPr>
          <p:cNvSpPr>
            <a:spLocks noGrp="1"/>
          </p:cNvSpPr>
          <p:nvPr>
            <p:ph type="ftr" sz="quarter" idx="11"/>
          </p:nvPr>
        </p:nvSpPr>
        <p:spPr>
          <a:xfrm>
            <a:off x="355101" y="6423914"/>
            <a:ext cx="6818262" cy="365125"/>
          </a:xfrm>
        </p:spPr>
        <p:txBody>
          <a:bodyPr rtlCol="0"/>
          <a:lstStyle/>
          <a:p>
            <a:pPr algn="l" rtl="0"/>
            <a:r>
              <a:rPr lang="fr-FR" noProof="0"/>
              <a:t>Guillaume FOVEAU 2026</a:t>
            </a:r>
          </a:p>
        </p:txBody>
      </p:sp>
      <p:sp>
        <p:nvSpPr>
          <p:cNvPr id="9" name="Rectangle 8">
            <a:extLst>
              <a:ext uri="{FF2B5EF4-FFF2-40B4-BE49-F238E27FC236}">
                <a16:creationId xmlns:a16="http://schemas.microsoft.com/office/drawing/2014/main" id="{0F0F318B-B2C4-4893-95F3-E1AB652A1F17}"/>
              </a:ext>
            </a:extLst>
          </p:cNvPr>
          <p:cNvSpPr>
            <a:spLocks noChangeAspect="1"/>
          </p:cNvSpPr>
          <p:nvPr userDrawn="1"/>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Titre 1">
            <a:extLst>
              <a:ext uri="{FF2B5EF4-FFF2-40B4-BE49-F238E27FC236}">
                <a16:creationId xmlns:a16="http://schemas.microsoft.com/office/drawing/2014/main" id="{34FB09F2-FC78-4161-B5F8-C064B938BE73}"/>
              </a:ext>
            </a:extLst>
          </p:cNvPr>
          <p:cNvSpPr>
            <a:spLocks noGrp="1"/>
          </p:cNvSpPr>
          <p:nvPr>
            <p:ph type="title"/>
          </p:nvPr>
        </p:nvSpPr>
        <p:spPr>
          <a:xfrm>
            <a:off x="581192" y="702156"/>
            <a:ext cx="11029616" cy="1013800"/>
          </a:xfrm>
        </p:spPr>
        <p:txBody>
          <a:bodyPr rtlCol="0"/>
          <a:lstStyle>
            <a:lvl1pPr>
              <a:defRPr>
                <a:solidFill>
                  <a:schemeClr val="bg1"/>
                </a:solidFill>
              </a:defRPr>
            </a:lvl1pPr>
          </a:lstStyle>
          <a:p>
            <a:pPr rtl="0"/>
            <a:r>
              <a:rPr lang="fr-FR" noProof="0"/>
              <a:t>Modifiez le style du titre</a:t>
            </a:r>
          </a:p>
        </p:txBody>
      </p:sp>
      <p:sp>
        <p:nvSpPr>
          <p:cNvPr id="11" name="Espace réservé du contenu 2">
            <a:extLst>
              <a:ext uri="{FF2B5EF4-FFF2-40B4-BE49-F238E27FC236}">
                <a16:creationId xmlns:a16="http://schemas.microsoft.com/office/drawing/2014/main" id="{08CB40EA-D0BA-41DA-91DE-15B4C161DD28}"/>
              </a:ext>
            </a:extLst>
          </p:cNvPr>
          <p:cNvSpPr>
            <a:spLocks noGrp="1"/>
          </p:cNvSpPr>
          <p:nvPr>
            <p:ph idx="1" hasCustomPrompt="1"/>
          </p:nvPr>
        </p:nvSpPr>
        <p:spPr>
          <a:xfrm>
            <a:off x="581192" y="2180496"/>
            <a:ext cx="11029615" cy="3678303"/>
          </a:xfrm>
        </p:spPr>
        <p:txBody>
          <a:bodyPr rtlCol="0"/>
          <a:lstStyle/>
          <a:p>
            <a:pPr lvl="0" rtl="0"/>
            <a:r>
              <a:rPr lang="fr-FR" noProof="0" dirty="0"/>
              <a:t>Modifiez les styles du texte du masque</a:t>
            </a:r>
          </a:p>
          <a:p>
            <a:pPr lvl="1" rtl="0"/>
            <a:r>
              <a:rPr lang="fr-FR" noProof="0" dirty="0"/>
              <a:t>Deuxième niveau</a:t>
            </a:r>
          </a:p>
          <a:p>
            <a:pPr lvl="2" rtl="0"/>
            <a:r>
              <a:rPr lang="fr-FR" noProof="0" dirty="0"/>
              <a:t>Troisième niveau</a:t>
            </a:r>
          </a:p>
          <a:p>
            <a:pPr lvl="3" rtl="0"/>
            <a:r>
              <a:rPr lang="fr-FR" noProof="0" dirty="0"/>
              <a:t>Quatrième niveau</a:t>
            </a:r>
          </a:p>
          <a:p>
            <a:pPr lvl="4" rtl="0"/>
            <a:r>
              <a:rPr lang="fr-FR" noProof="0" dirty="0"/>
              <a:t>Cinquième niveau</a:t>
            </a:r>
          </a:p>
        </p:txBody>
      </p:sp>
    </p:spTree>
    <p:extLst>
      <p:ext uri="{BB962C8B-B14F-4D97-AF65-F5344CB8AC3E}">
        <p14:creationId xmlns:p14="http://schemas.microsoft.com/office/powerpoint/2010/main" val="41184940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tête de section">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re 1"/>
          <p:cNvSpPr>
            <a:spLocks noGrp="1"/>
          </p:cNvSpPr>
          <p:nvPr>
            <p:ph type="title"/>
          </p:nvPr>
        </p:nvSpPr>
        <p:spPr>
          <a:xfrm>
            <a:off x="581193" y="3043910"/>
            <a:ext cx="11029615" cy="1497507"/>
          </a:xfrm>
        </p:spPr>
        <p:txBody>
          <a:bodyPr rtlCol="0" anchor="b">
            <a:normAutofit/>
          </a:bodyPr>
          <a:lstStyle>
            <a:lvl1pPr algn="l">
              <a:defRPr sz="3600" b="0" cap="all">
                <a:solidFill>
                  <a:schemeClr val="accent1"/>
                </a:solidFill>
              </a:defRPr>
            </a:lvl1pPr>
          </a:lstStyle>
          <a:p>
            <a:pPr rtl="0"/>
            <a:r>
              <a:rPr lang="fr-FR" noProof="0"/>
              <a:t>Modifiez le style du titre</a:t>
            </a:r>
          </a:p>
        </p:txBody>
      </p:sp>
      <p:sp>
        <p:nvSpPr>
          <p:cNvPr id="3" name="Espace réservé du texte 2"/>
          <p:cNvSpPr>
            <a:spLocks noGrp="1"/>
          </p:cNvSpPr>
          <p:nvPr>
            <p:ph type="body" idx="1" hasCustomPrompt="1"/>
          </p:nvPr>
        </p:nvSpPr>
        <p:spPr>
          <a:xfrm>
            <a:off x="581192" y="4541417"/>
            <a:ext cx="11029615" cy="600556"/>
          </a:xfrm>
        </p:spPr>
        <p:txBody>
          <a:bodyPr rtlCol="0"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fr-FR" noProof="0" dirty="0"/>
              <a:t>Modifiez les styles du texte du masque</a:t>
            </a:r>
          </a:p>
        </p:txBody>
      </p:sp>
      <p:sp>
        <p:nvSpPr>
          <p:cNvPr id="4" name="Espace réservé de la date 3"/>
          <p:cNvSpPr>
            <a:spLocks noGrp="1"/>
          </p:cNvSpPr>
          <p:nvPr>
            <p:ph type="dt" sz="half" idx="10"/>
          </p:nvPr>
        </p:nvSpPr>
        <p:spPr/>
        <p:txBody>
          <a:bodyPr rtlCol="0"/>
          <a:lstStyle>
            <a:lvl1pPr>
              <a:defRPr>
                <a:solidFill>
                  <a:schemeClr val="accent1">
                    <a:lumMod val="75000"/>
                    <a:lumOff val="25000"/>
                  </a:schemeClr>
                </a:solidFill>
              </a:defRPr>
            </a:lvl1pPr>
          </a:lstStyle>
          <a:p>
            <a:pPr rtl="0"/>
            <a:fld id="{8A24CA81-9F60-4B10-8CA2-7590EC4D3F41}" type="datetime1">
              <a:rPr lang="fr-FR" noProof="0" smtClean="0"/>
              <a:t>09/04/2026</a:t>
            </a:fld>
            <a:endParaRPr lang="fr-FR" noProof="0"/>
          </a:p>
        </p:txBody>
      </p:sp>
      <p:sp>
        <p:nvSpPr>
          <p:cNvPr id="5" name="Espace réservé du pied de page 4"/>
          <p:cNvSpPr>
            <a:spLocks noGrp="1"/>
          </p:cNvSpPr>
          <p:nvPr>
            <p:ph type="ftr" sz="quarter" idx="11"/>
          </p:nvPr>
        </p:nvSpPr>
        <p:spPr/>
        <p:txBody>
          <a:bodyPr rtlCol="0"/>
          <a:lstStyle>
            <a:lvl1pPr>
              <a:defRPr>
                <a:solidFill>
                  <a:schemeClr val="accent1">
                    <a:lumMod val="75000"/>
                    <a:lumOff val="25000"/>
                  </a:schemeClr>
                </a:solidFill>
              </a:defRPr>
            </a:lvl1pPr>
          </a:lstStyle>
          <a:p>
            <a:pPr rtl="0"/>
            <a:r>
              <a:rPr lang="fr-FR" noProof="0"/>
              <a:t>Guillaume FOVEAU 2026</a:t>
            </a:r>
          </a:p>
        </p:txBody>
      </p:sp>
      <p:sp>
        <p:nvSpPr>
          <p:cNvPr id="6" name="Espace réservé du numéro de diapositive 5"/>
          <p:cNvSpPr>
            <a:spLocks noGrp="1"/>
          </p:cNvSpPr>
          <p:nvPr>
            <p:ph type="sldNum" sz="quarter" idx="12"/>
          </p:nvPr>
        </p:nvSpPr>
        <p:spPr/>
        <p:txBody>
          <a:bodyPr rtlCol="0"/>
          <a:lstStyle>
            <a:lvl1pPr>
              <a:defRPr>
                <a:solidFill>
                  <a:schemeClr val="accent1">
                    <a:lumMod val="75000"/>
                    <a:lumOff val="25000"/>
                  </a:schemeClr>
                </a:solidFill>
              </a:defRPr>
            </a:lvl1pPr>
          </a:lstStyle>
          <a:p>
            <a:pPr rtl="0"/>
            <a:fld id="{159F479D-7533-4EEF-A06F-7CD2FE3DB90D}" type="slidenum">
              <a:rPr lang="fr-FR" noProof="0" smtClean="0"/>
              <a:t>‹N°›</a:t>
            </a:fld>
            <a:endParaRPr lang="fr-FR" noProof="0"/>
          </a:p>
        </p:txBody>
      </p:sp>
    </p:spTree>
    <p:extLst>
      <p:ext uri="{BB962C8B-B14F-4D97-AF65-F5344CB8AC3E}">
        <p14:creationId xmlns:p14="http://schemas.microsoft.com/office/powerpoint/2010/main" val="37070331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Deux contenus">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5782D47D-B0DC-4C40-BCC6-BBBA32584A38}"/>
              </a:ext>
            </a:extLst>
          </p:cNvPr>
          <p:cNvSpPr>
            <a:spLocks noGrp="1"/>
          </p:cNvSpPr>
          <p:nvPr>
            <p:ph type="dt" sz="half" idx="10"/>
          </p:nvPr>
        </p:nvSpPr>
        <p:spPr>
          <a:xfrm>
            <a:off x="7605951" y="6423914"/>
            <a:ext cx="2844799" cy="365125"/>
          </a:xfrm>
        </p:spPr>
        <p:txBody>
          <a:bodyPr rtlCol="0"/>
          <a:lstStyle/>
          <a:p>
            <a:pPr rtl="0"/>
            <a:fld id="{D5BA0442-C3D3-4791-B72D-78F30EA180A8}" type="datetime1">
              <a:rPr lang="fr-FR" noProof="0" smtClean="0"/>
              <a:t>09/04/2026</a:t>
            </a:fld>
            <a:endParaRPr lang="fr-FR" noProof="0"/>
          </a:p>
        </p:txBody>
      </p:sp>
      <p:sp>
        <p:nvSpPr>
          <p:cNvPr id="10" name="Espace réservé du numéro de diapositive 9">
            <a:extLst>
              <a:ext uri="{FF2B5EF4-FFF2-40B4-BE49-F238E27FC236}">
                <a16:creationId xmlns:a16="http://schemas.microsoft.com/office/drawing/2014/main" id="{2AC511A1-9BBD-42DE-92FB-2AF44F8E97A9}"/>
              </a:ext>
            </a:extLst>
          </p:cNvPr>
          <p:cNvSpPr>
            <a:spLocks noGrp="1"/>
          </p:cNvSpPr>
          <p:nvPr>
            <p:ph type="sldNum" sz="quarter" idx="12"/>
          </p:nvPr>
        </p:nvSpPr>
        <p:spPr>
          <a:xfrm>
            <a:off x="10795363" y="6423914"/>
            <a:ext cx="1052510" cy="365125"/>
          </a:xfrm>
        </p:spPr>
        <p:txBody>
          <a:bodyPr rtlCol="0"/>
          <a:lstStyle/>
          <a:p>
            <a:pPr rtl="0"/>
            <a:fld id="{3A98EE3D-8CD1-4C3F-BD1C-C98C9596463C}" type="slidenum">
              <a:rPr lang="fr-FR" noProof="0" smtClean="0"/>
              <a:t>‹N°›</a:t>
            </a:fld>
            <a:endParaRPr lang="fr-FR" noProof="0"/>
          </a:p>
        </p:txBody>
      </p:sp>
      <p:sp>
        <p:nvSpPr>
          <p:cNvPr id="11" name="Espace réservé du pied de page 5">
            <a:extLst>
              <a:ext uri="{FF2B5EF4-FFF2-40B4-BE49-F238E27FC236}">
                <a16:creationId xmlns:a16="http://schemas.microsoft.com/office/drawing/2014/main" id="{CAD31966-421C-41DC-9B46-21B1CD73A77E}"/>
              </a:ext>
            </a:extLst>
          </p:cNvPr>
          <p:cNvSpPr>
            <a:spLocks noGrp="1"/>
          </p:cNvSpPr>
          <p:nvPr>
            <p:ph type="ftr" sz="quarter" idx="11"/>
          </p:nvPr>
        </p:nvSpPr>
        <p:spPr>
          <a:xfrm>
            <a:off x="355101" y="6423914"/>
            <a:ext cx="6818262" cy="365125"/>
          </a:xfrm>
        </p:spPr>
        <p:txBody>
          <a:bodyPr rtlCol="0"/>
          <a:lstStyle/>
          <a:p>
            <a:pPr algn="l" rtl="0"/>
            <a:r>
              <a:rPr lang="fr-FR" noProof="0"/>
              <a:t>Guillaume FOVEAU 2026</a:t>
            </a:r>
          </a:p>
        </p:txBody>
      </p:sp>
      <p:sp>
        <p:nvSpPr>
          <p:cNvPr id="12" name="Rectangle 11">
            <a:extLst>
              <a:ext uri="{FF2B5EF4-FFF2-40B4-BE49-F238E27FC236}">
                <a16:creationId xmlns:a16="http://schemas.microsoft.com/office/drawing/2014/main" id="{AF9102ED-C049-4F62-A2D8-58981A0621E3}"/>
              </a:ext>
            </a:extLst>
          </p:cNvPr>
          <p:cNvSpPr>
            <a:spLocks noChangeAspect="1"/>
          </p:cNvSpPr>
          <p:nvPr userDrawn="1"/>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3" name="Titre 1">
            <a:extLst>
              <a:ext uri="{FF2B5EF4-FFF2-40B4-BE49-F238E27FC236}">
                <a16:creationId xmlns:a16="http://schemas.microsoft.com/office/drawing/2014/main" id="{CF5F73D5-EFB4-4DAE-8CBA-1128F10DF1B2}"/>
              </a:ext>
            </a:extLst>
          </p:cNvPr>
          <p:cNvSpPr>
            <a:spLocks noGrp="1"/>
          </p:cNvSpPr>
          <p:nvPr>
            <p:ph type="title"/>
          </p:nvPr>
        </p:nvSpPr>
        <p:spPr>
          <a:xfrm>
            <a:off x="581193" y="729658"/>
            <a:ext cx="11029616" cy="988332"/>
          </a:xfrm>
        </p:spPr>
        <p:txBody>
          <a:bodyPr rtlCol="0"/>
          <a:lstStyle>
            <a:lvl1pPr>
              <a:defRPr>
                <a:solidFill>
                  <a:schemeClr val="bg1"/>
                </a:solidFill>
              </a:defRPr>
            </a:lvl1pPr>
          </a:lstStyle>
          <a:p>
            <a:pPr rtl="0"/>
            <a:r>
              <a:rPr lang="fr-FR" noProof="0"/>
              <a:t>Modifiez le style du titre</a:t>
            </a:r>
          </a:p>
        </p:txBody>
      </p:sp>
      <p:sp>
        <p:nvSpPr>
          <p:cNvPr id="14" name="Espace réservé du contenu 2">
            <a:extLst>
              <a:ext uri="{FF2B5EF4-FFF2-40B4-BE49-F238E27FC236}">
                <a16:creationId xmlns:a16="http://schemas.microsoft.com/office/drawing/2014/main" id="{2B92446D-E0AD-4899-86E1-DFBB50D92144}"/>
              </a:ext>
            </a:extLst>
          </p:cNvPr>
          <p:cNvSpPr>
            <a:spLocks noGrp="1"/>
          </p:cNvSpPr>
          <p:nvPr>
            <p:ph sz="half" idx="1" hasCustomPrompt="1"/>
          </p:nvPr>
        </p:nvSpPr>
        <p:spPr>
          <a:xfrm>
            <a:off x="581193" y="2228003"/>
            <a:ext cx="5422390" cy="3633047"/>
          </a:xfrm>
        </p:spPr>
        <p:txBody>
          <a:bodyPr rtlCol="0">
            <a:normAutofit/>
          </a:body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15" name="Espace réservé du contenu 3">
            <a:extLst>
              <a:ext uri="{FF2B5EF4-FFF2-40B4-BE49-F238E27FC236}">
                <a16:creationId xmlns:a16="http://schemas.microsoft.com/office/drawing/2014/main" id="{9BF0768A-BCD3-4064-8FE0-C439326F00DD}"/>
              </a:ext>
            </a:extLst>
          </p:cNvPr>
          <p:cNvSpPr>
            <a:spLocks noGrp="1"/>
          </p:cNvSpPr>
          <p:nvPr>
            <p:ph sz="half" idx="2" hasCustomPrompt="1"/>
          </p:nvPr>
        </p:nvSpPr>
        <p:spPr>
          <a:xfrm>
            <a:off x="6188417" y="2228003"/>
            <a:ext cx="5422392" cy="3633047"/>
          </a:xfrm>
        </p:spPr>
        <p:txBody>
          <a:bodyPr rtlCol="0">
            <a:normAutofit/>
          </a:body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Tree>
    <p:extLst>
      <p:ext uri="{BB962C8B-B14F-4D97-AF65-F5344CB8AC3E}">
        <p14:creationId xmlns:p14="http://schemas.microsoft.com/office/powerpoint/2010/main" val="36352309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aison">
    <p:spTree>
      <p:nvGrpSpPr>
        <p:cNvPr id="1" name=""/>
        <p:cNvGrpSpPr/>
        <p:nvPr/>
      </p:nvGrpSpPr>
      <p:grpSpPr>
        <a:xfrm>
          <a:off x="0" y="0"/>
          <a:ext cx="0" cy="0"/>
          <a:chOff x="0" y="0"/>
          <a:chExt cx="0" cy="0"/>
        </a:xfrm>
      </p:grpSpPr>
      <p:sp>
        <p:nvSpPr>
          <p:cNvPr id="7" name="Espace réservé de la date 6">
            <a:extLst>
              <a:ext uri="{FF2B5EF4-FFF2-40B4-BE49-F238E27FC236}">
                <a16:creationId xmlns:a16="http://schemas.microsoft.com/office/drawing/2014/main" id="{950CE4CA-34EA-472D-A23C-1DE165FCAA2F}"/>
              </a:ext>
            </a:extLst>
          </p:cNvPr>
          <p:cNvSpPr>
            <a:spLocks noGrp="1"/>
          </p:cNvSpPr>
          <p:nvPr>
            <p:ph type="dt" sz="half" idx="10"/>
          </p:nvPr>
        </p:nvSpPr>
        <p:spPr>
          <a:xfrm>
            <a:off x="7605951" y="6423914"/>
            <a:ext cx="2844799" cy="365125"/>
          </a:xfrm>
        </p:spPr>
        <p:txBody>
          <a:bodyPr rtlCol="0"/>
          <a:lstStyle/>
          <a:p>
            <a:pPr rtl="0"/>
            <a:fld id="{ECA9E593-61A7-4D67-BE0D-645C6E022D50}" type="datetime1">
              <a:rPr lang="fr-FR" noProof="0" smtClean="0"/>
              <a:t>09/04/2026</a:t>
            </a:fld>
            <a:endParaRPr lang="fr-FR" noProof="0"/>
          </a:p>
        </p:txBody>
      </p:sp>
      <p:sp>
        <p:nvSpPr>
          <p:cNvPr id="9" name="Espace réservé du numéro de diapositive 8">
            <a:extLst>
              <a:ext uri="{FF2B5EF4-FFF2-40B4-BE49-F238E27FC236}">
                <a16:creationId xmlns:a16="http://schemas.microsoft.com/office/drawing/2014/main" id="{52AC1173-613F-48B1-B860-00397875FEEA}"/>
              </a:ext>
            </a:extLst>
          </p:cNvPr>
          <p:cNvSpPr>
            <a:spLocks noGrp="1"/>
          </p:cNvSpPr>
          <p:nvPr>
            <p:ph type="sldNum" sz="quarter" idx="12"/>
          </p:nvPr>
        </p:nvSpPr>
        <p:spPr>
          <a:xfrm>
            <a:off x="10795363" y="6423914"/>
            <a:ext cx="1052510" cy="365125"/>
          </a:xfrm>
        </p:spPr>
        <p:txBody>
          <a:bodyPr rtlCol="0"/>
          <a:lstStyle/>
          <a:p>
            <a:pPr rtl="0"/>
            <a:fld id="{F603CDE5-C1D8-4EDD-870F-A498BAFA520F}" type="slidenum">
              <a:rPr lang="fr-FR" noProof="0" smtClean="0"/>
              <a:t>‹N°›</a:t>
            </a:fld>
            <a:endParaRPr lang="fr-FR" noProof="0"/>
          </a:p>
        </p:txBody>
      </p:sp>
      <p:sp>
        <p:nvSpPr>
          <p:cNvPr id="10" name="Espace réservé du pied de page 5">
            <a:extLst>
              <a:ext uri="{FF2B5EF4-FFF2-40B4-BE49-F238E27FC236}">
                <a16:creationId xmlns:a16="http://schemas.microsoft.com/office/drawing/2014/main" id="{94036C93-814B-4155-A748-7731CA60AC88}"/>
              </a:ext>
            </a:extLst>
          </p:cNvPr>
          <p:cNvSpPr>
            <a:spLocks noGrp="1"/>
          </p:cNvSpPr>
          <p:nvPr>
            <p:ph type="ftr" sz="quarter" idx="11"/>
          </p:nvPr>
        </p:nvSpPr>
        <p:spPr>
          <a:xfrm>
            <a:off x="355101" y="6423914"/>
            <a:ext cx="6818262" cy="365125"/>
          </a:xfrm>
        </p:spPr>
        <p:txBody>
          <a:bodyPr rtlCol="0"/>
          <a:lstStyle/>
          <a:p>
            <a:pPr algn="l" rtl="0"/>
            <a:r>
              <a:rPr lang="fr-FR" noProof="0"/>
              <a:t>Guillaume FOVEAU 2026</a:t>
            </a:r>
          </a:p>
        </p:txBody>
      </p:sp>
      <p:sp>
        <p:nvSpPr>
          <p:cNvPr id="11" name="Rectangle 10">
            <a:extLst>
              <a:ext uri="{FF2B5EF4-FFF2-40B4-BE49-F238E27FC236}">
                <a16:creationId xmlns:a16="http://schemas.microsoft.com/office/drawing/2014/main" id="{DA4EE69F-D906-40FA-8109-46DF1B1A16FA}"/>
              </a:ext>
            </a:extLst>
          </p:cNvPr>
          <p:cNvSpPr>
            <a:spLocks noChangeAspect="1"/>
          </p:cNvSpPr>
          <p:nvPr userDrawn="1"/>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re 1">
            <a:extLst>
              <a:ext uri="{FF2B5EF4-FFF2-40B4-BE49-F238E27FC236}">
                <a16:creationId xmlns:a16="http://schemas.microsoft.com/office/drawing/2014/main" id="{7DC41C5E-3615-4EA8-B8E6-E2B196256B1C}"/>
              </a:ext>
            </a:extLst>
          </p:cNvPr>
          <p:cNvSpPr>
            <a:spLocks noGrp="1"/>
          </p:cNvSpPr>
          <p:nvPr>
            <p:ph type="title"/>
          </p:nvPr>
        </p:nvSpPr>
        <p:spPr>
          <a:xfrm>
            <a:off x="581193" y="729658"/>
            <a:ext cx="11029616" cy="988332"/>
          </a:xfrm>
        </p:spPr>
        <p:txBody>
          <a:bodyPr rtlCol="0"/>
          <a:lstStyle>
            <a:lvl1pPr>
              <a:defRPr>
                <a:solidFill>
                  <a:schemeClr val="bg1"/>
                </a:solidFill>
              </a:defRPr>
            </a:lvl1pPr>
          </a:lstStyle>
          <a:p>
            <a:pPr rtl="0"/>
            <a:r>
              <a:rPr lang="fr-FR" noProof="0"/>
              <a:t>Modifiez le style du titre</a:t>
            </a:r>
          </a:p>
        </p:txBody>
      </p:sp>
      <p:sp>
        <p:nvSpPr>
          <p:cNvPr id="13" name="Espace réservé du texte 2">
            <a:extLst>
              <a:ext uri="{FF2B5EF4-FFF2-40B4-BE49-F238E27FC236}">
                <a16:creationId xmlns:a16="http://schemas.microsoft.com/office/drawing/2014/main" id="{9555D9C2-1EA2-4557-9496-E7AEA7A128B8}"/>
              </a:ext>
            </a:extLst>
          </p:cNvPr>
          <p:cNvSpPr>
            <a:spLocks noGrp="1"/>
          </p:cNvSpPr>
          <p:nvPr>
            <p:ph type="body" idx="1" hasCustomPrompt="1"/>
          </p:nvPr>
        </p:nvSpPr>
        <p:spPr>
          <a:xfrm>
            <a:off x="887219" y="2250892"/>
            <a:ext cx="5087075" cy="536005"/>
          </a:xfrm>
        </p:spPr>
        <p:txBody>
          <a:bodyPr rtlCol="0"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Modifiez les styles du texte du masque</a:t>
            </a:r>
          </a:p>
        </p:txBody>
      </p:sp>
      <p:sp>
        <p:nvSpPr>
          <p:cNvPr id="14" name="Espace réservé du contenu 3">
            <a:extLst>
              <a:ext uri="{FF2B5EF4-FFF2-40B4-BE49-F238E27FC236}">
                <a16:creationId xmlns:a16="http://schemas.microsoft.com/office/drawing/2014/main" id="{A464C6A4-3497-4DA5-945D-7A771E383ACF}"/>
              </a:ext>
            </a:extLst>
          </p:cNvPr>
          <p:cNvSpPr>
            <a:spLocks noGrp="1"/>
          </p:cNvSpPr>
          <p:nvPr>
            <p:ph sz="half" idx="2" hasCustomPrompt="1"/>
          </p:nvPr>
        </p:nvSpPr>
        <p:spPr>
          <a:xfrm>
            <a:off x="581194" y="2926052"/>
            <a:ext cx="5393100" cy="2934999"/>
          </a:xfrm>
        </p:spPr>
        <p:txBody>
          <a:bodyPr rtlCol="0" anchor="t">
            <a:normAutofit/>
          </a:body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15" name="Espace réservé du texte 4">
            <a:extLst>
              <a:ext uri="{FF2B5EF4-FFF2-40B4-BE49-F238E27FC236}">
                <a16:creationId xmlns:a16="http://schemas.microsoft.com/office/drawing/2014/main" id="{91C3F39A-C070-4EEB-9285-4EFBEE5FB54A}"/>
              </a:ext>
            </a:extLst>
          </p:cNvPr>
          <p:cNvSpPr>
            <a:spLocks noGrp="1"/>
          </p:cNvSpPr>
          <p:nvPr>
            <p:ph type="body" sz="quarter" idx="3" hasCustomPrompt="1"/>
          </p:nvPr>
        </p:nvSpPr>
        <p:spPr>
          <a:xfrm>
            <a:off x="6523735" y="2250892"/>
            <a:ext cx="5087073" cy="553373"/>
          </a:xfrm>
        </p:spPr>
        <p:txBody>
          <a:bodyPr rtlCol="0"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dirty="0"/>
              <a:t>Modifiez les styles du texte du masque</a:t>
            </a:r>
          </a:p>
        </p:txBody>
      </p:sp>
      <p:sp>
        <p:nvSpPr>
          <p:cNvPr id="16" name="Espace réservé du contenu 5">
            <a:extLst>
              <a:ext uri="{FF2B5EF4-FFF2-40B4-BE49-F238E27FC236}">
                <a16:creationId xmlns:a16="http://schemas.microsoft.com/office/drawing/2014/main" id="{07E4AC67-32FA-4B42-9340-5E57C82F7437}"/>
              </a:ext>
            </a:extLst>
          </p:cNvPr>
          <p:cNvSpPr>
            <a:spLocks noGrp="1"/>
          </p:cNvSpPr>
          <p:nvPr>
            <p:ph sz="quarter" idx="4" hasCustomPrompt="1"/>
          </p:nvPr>
        </p:nvSpPr>
        <p:spPr>
          <a:xfrm>
            <a:off x="6217709" y="2926052"/>
            <a:ext cx="5393100" cy="2934999"/>
          </a:xfrm>
        </p:spPr>
        <p:txBody>
          <a:bodyPr rtlCol="0" anchor="t">
            <a:normAutofit/>
          </a:body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Tree>
    <p:extLst>
      <p:ext uri="{BB962C8B-B14F-4D97-AF65-F5344CB8AC3E}">
        <p14:creationId xmlns:p14="http://schemas.microsoft.com/office/powerpoint/2010/main" val="11939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re uniquement">
    <p:spTree>
      <p:nvGrpSpPr>
        <p:cNvPr id="1" name=""/>
        <p:cNvGrpSpPr/>
        <p:nvPr/>
      </p:nvGrpSpPr>
      <p:grpSpPr>
        <a:xfrm>
          <a:off x="0" y="0"/>
          <a:ext cx="0" cy="0"/>
          <a:chOff x="0" y="0"/>
          <a:chExt cx="0" cy="0"/>
        </a:xfrm>
      </p:grpSpPr>
      <p:sp>
        <p:nvSpPr>
          <p:cNvPr id="3" name="Espace réservé de la date 2">
            <a:extLst>
              <a:ext uri="{FF2B5EF4-FFF2-40B4-BE49-F238E27FC236}">
                <a16:creationId xmlns:a16="http://schemas.microsoft.com/office/drawing/2014/main" id="{75F22525-79A2-451F-9944-47D4183A4515}"/>
              </a:ext>
            </a:extLst>
          </p:cNvPr>
          <p:cNvSpPr>
            <a:spLocks noGrp="1"/>
          </p:cNvSpPr>
          <p:nvPr>
            <p:ph type="dt" sz="half" idx="10"/>
          </p:nvPr>
        </p:nvSpPr>
        <p:spPr>
          <a:xfrm>
            <a:off x="7605951" y="6423914"/>
            <a:ext cx="2844799" cy="365125"/>
          </a:xfrm>
        </p:spPr>
        <p:txBody>
          <a:bodyPr rtlCol="0"/>
          <a:lstStyle/>
          <a:p>
            <a:pPr rtl="0"/>
            <a:fld id="{D88BD24C-68BB-4B41-8B1E-1C1AFC0FA133}" type="datetime1">
              <a:rPr lang="fr-FR" noProof="0" smtClean="0"/>
              <a:t>09/04/2026</a:t>
            </a:fld>
            <a:endParaRPr lang="fr-FR" noProof="0"/>
          </a:p>
        </p:txBody>
      </p:sp>
      <p:sp>
        <p:nvSpPr>
          <p:cNvPr id="5" name="Espace réservé du numéro de diapositive 4">
            <a:extLst>
              <a:ext uri="{FF2B5EF4-FFF2-40B4-BE49-F238E27FC236}">
                <a16:creationId xmlns:a16="http://schemas.microsoft.com/office/drawing/2014/main" id="{8B9B8C25-AF44-4D9D-A667-69D9A92B1C59}"/>
              </a:ext>
            </a:extLst>
          </p:cNvPr>
          <p:cNvSpPr>
            <a:spLocks noGrp="1"/>
          </p:cNvSpPr>
          <p:nvPr>
            <p:ph type="sldNum" sz="quarter" idx="12"/>
          </p:nvPr>
        </p:nvSpPr>
        <p:spPr>
          <a:xfrm>
            <a:off x="10795363" y="6423914"/>
            <a:ext cx="1052510" cy="365125"/>
          </a:xfrm>
        </p:spPr>
        <p:txBody>
          <a:bodyPr rtlCol="0"/>
          <a:lstStyle/>
          <a:p>
            <a:pPr rtl="0"/>
            <a:fld id="{F603CDE5-C1D8-4EDD-870F-A498BAFA520F}" type="slidenum">
              <a:rPr lang="fr-FR" noProof="0" smtClean="0"/>
              <a:t>‹N°›</a:t>
            </a:fld>
            <a:endParaRPr lang="fr-FR" noProof="0"/>
          </a:p>
        </p:txBody>
      </p:sp>
      <p:sp>
        <p:nvSpPr>
          <p:cNvPr id="6" name="Espace réservé du pied de page 5">
            <a:extLst>
              <a:ext uri="{FF2B5EF4-FFF2-40B4-BE49-F238E27FC236}">
                <a16:creationId xmlns:a16="http://schemas.microsoft.com/office/drawing/2014/main" id="{EFF54790-C8AC-4CF8-8E89-80C5C90F3A17}"/>
              </a:ext>
            </a:extLst>
          </p:cNvPr>
          <p:cNvSpPr>
            <a:spLocks noGrp="1"/>
          </p:cNvSpPr>
          <p:nvPr>
            <p:ph type="ftr" sz="quarter" idx="11"/>
          </p:nvPr>
        </p:nvSpPr>
        <p:spPr>
          <a:xfrm>
            <a:off x="355101" y="6423914"/>
            <a:ext cx="6818262" cy="365125"/>
          </a:xfrm>
        </p:spPr>
        <p:txBody>
          <a:bodyPr rtlCol="0"/>
          <a:lstStyle/>
          <a:p>
            <a:pPr algn="l" rtl="0"/>
            <a:r>
              <a:rPr lang="fr-FR" noProof="0"/>
              <a:t>Guillaume FOVEAU 2026</a:t>
            </a:r>
          </a:p>
        </p:txBody>
      </p:sp>
      <p:sp>
        <p:nvSpPr>
          <p:cNvPr id="7" name="Rectangle 6">
            <a:extLst>
              <a:ext uri="{FF2B5EF4-FFF2-40B4-BE49-F238E27FC236}">
                <a16:creationId xmlns:a16="http://schemas.microsoft.com/office/drawing/2014/main" id="{0020220C-6241-4A3B-9017-445FC82876DD}"/>
              </a:ext>
            </a:extLst>
          </p:cNvPr>
          <p:cNvSpPr>
            <a:spLocks noChangeAspect="1"/>
          </p:cNvSpPr>
          <p:nvPr userDrawn="1"/>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re 1">
            <a:extLst>
              <a:ext uri="{FF2B5EF4-FFF2-40B4-BE49-F238E27FC236}">
                <a16:creationId xmlns:a16="http://schemas.microsoft.com/office/drawing/2014/main" id="{12206A44-565D-4C18-8891-86387B90115A}"/>
              </a:ext>
            </a:extLst>
          </p:cNvPr>
          <p:cNvSpPr>
            <a:spLocks noGrp="1"/>
          </p:cNvSpPr>
          <p:nvPr>
            <p:ph type="title"/>
          </p:nvPr>
        </p:nvSpPr>
        <p:spPr>
          <a:xfrm>
            <a:off x="575894" y="729658"/>
            <a:ext cx="11029616" cy="988332"/>
          </a:xfrm>
        </p:spPr>
        <p:txBody>
          <a:bodyPr rtlCol="0"/>
          <a:lstStyle>
            <a:lvl1pPr>
              <a:defRPr>
                <a:solidFill>
                  <a:schemeClr val="bg1"/>
                </a:solidFill>
              </a:defRPr>
            </a:lvl1pPr>
          </a:lstStyle>
          <a:p>
            <a:pPr rtl="0"/>
            <a:r>
              <a:rPr lang="fr-FR" noProof="0"/>
              <a:t>Modifiez le style du titre</a:t>
            </a:r>
          </a:p>
        </p:txBody>
      </p:sp>
    </p:spTree>
    <p:extLst>
      <p:ext uri="{BB962C8B-B14F-4D97-AF65-F5344CB8AC3E}">
        <p14:creationId xmlns:p14="http://schemas.microsoft.com/office/powerpoint/2010/main" val="23004124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1BA4B42F-2C80-4037-BF8E-C209D59D9300}"/>
              </a:ext>
            </a:extLst>
          </p:cNvPr>
          <p:cNvSpPr>
            <a:spLocks noGrp="1"/>
          </p:cNvSpPr>
          <p:nvPr>
            <p:ph type="dt" sz="half" idx="10"/>
          </p:nvPr>
        </p:nvSpPr>
        <p:spPr>
          <a:xfrm>
            <a:off x="7605951" y="6435376"/>
            <a:ext cx="2844799" cy="365125"/>
          </a:xfrm>
        </p:spPr>
        <p:txBody>
          <a:bodyPr rtlCol="0"/>
          <a:lstStyle/>
          <a:p>
            <a:pPr rtl="0"/>
            <a:fld id="{4F459998-B120-4DAD-BE9E-9BAE76C045AF}" type="datetime1">
              <a:rPr lang="fr-FR" noProof="0" smtClean="0"/>
              <a:t>09/04/2026</a:t>
            </a:fld>
            <a:endParaRPr lang="fr-FR" noProof="0"/>
          </a:p>
        </p:txBody>
      </p:sp>
      <p:sp>
        <p:nvSpPr>
          <p:cNvPr id="4" name="Espace réservé du numéro de diapositive 3">
            <a:extLst>
              <a:ext uri="{FF2B5EF4-FFF2-40B4-BE49-F238E27FC236}">
                <a16:creationId xmlns:a16="http://schemas.microsoft.com/office/drawing/2014/main" id="{78E56474-3A38-4097-8649-FAF662D8CFF7}"/>
              </a:ext>
            </a:extLst>
          </p:cNvPr>
          <p:cNvSpPr>
            <a:spLocks noGrp="1"/>
          </p:cNvSpPr>
          <p:nvPr>
            <p:ph type="sldNum" sz="quarter" idx="12"/>
          </p:nvPr>
        </p:nvSpPr>
        <p:spPr>
          <a:xfrm>
            <a:off x="10795363" y="6435376"/>
            <a:ext cx="1052510" cy="365125"/>
          </a:xfrm>
        </p:spPr>
        <p:txBody>
          <a:bodyPr rtlCol="0"/>
          <a:lstStyle/>
          <a:p>
            <a:pPr rtl="0"/>
            <a:fld id="{F603CDE5-C1D8-4EDD-870F-A498BAFA520F}" type="slidenum">
              <a:rPr lang="fr-FR" noProof="0" smtClean="0"/>
              <a:t>‹N°›</a:t>
            </a:fld>
            <a:endParaRPr lang="fr-FR" noProof="0"/>
          </a:p>
        </p:txBody>
      </p:sp>
      <p:sp>
        <p:nvSpPr>
          <p:cNvPr id="5" name="Espace réservé du pied de page 5">
            <a:extLst>
              <a:ext uri="{FF2B5EF4-FFF2-40B4-BE49-F238E27FC236}">
                <a16:creationId xmlns:a16="http://schemas.microsoft.com/office/drawing/2014/main" id="{FF907DD0-6A5F-4994-AB77-82E297226896}"/>
              </a:ext>
            </a:extLst>
          </p:cNvPr>
          <p:cNvSpPr>
            <a:spLocks noGrp="1"/>
          </p:cNvSpPr>
          <p:nvPr>
            <p:ph type="ftr" sz="quarter" idx="11"/>
          </p:nvPr>
        </p:nvSpPr>
        <p:spPr>
          <a:xfrm>
            <a:off x="355101" y="6435376"/>
            <a:ext cx="6818262" cy="365125"/>
          </a:xfrm>
        </p:spPr>
        <p:txBody>
          <a:bodyPr rtlCol="0"/>
          <a:lstStyle/>
          <a:p>
            <a:pPr algn="l" rtl="0"/>
            <a:r>
              <a:rPr lang="fr-FR" noProof="0"/>
              <a:t>Guillaume FOVEAU 2026</a:t>
            </a:r>
          </a:p>
        </p:txBody>
      </p:sp>
    </p:spTree>
    <p:extLst>
      <p:ext uri="{BB962C8B-B14F-4D97-AF65-F5344CB8AC3E}">
        <p14:creationId xmlns:p14="http://schemas.microsoft.com/office/powerpoint/2010/main" val="29021140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u avec légende">
    <p:spTree>
      <p:nvGrpSpPr>
        <p:cNvPr id="1" name=""/>
        <p:cNvGrpSpPr/>
        <p:nvPr/>
      </p:nvGrpSpPr>
      <p:grpSpPr>
        <a:xfrm>
          <a:off x="0" y="0"/>
          <a:ext cx="0" cy="0"/>
          <a:chOff x="0" y="0"/>
          <a:chExt cx="0" cy="0"/>
        </a:xfrm>
      </p:grpSpPr>
      <p:sp>
        <p:nvSpPr>
          <p:cNvPr id="5" name="Espace réservé de la date 4">
            <a:extLst>
              <a:ext uri="{FF2B5EF4-FFF2-40B4-BE49-F238E27FC236}">
                <a16:creationId xmlns:a16="http://schemas.microsoft.com/office/drawing/2014/main" id="{B11BF3AA-AA64-40B2-94AA-20312968771D}"/>
              </a:ext>
            </a:extLst>
          </p:cNvPr>
          <p:cNvSpPr>
            <a:spLocks noGrp="1"/>
          </p:cNvSpPr>
          <p:nvPr>
            <p:ph type="dt" sz="half" idx="10"/>
          </p:nvPr>
        </p:nvSpPr>
        <p:spPr>
          <a:xfrm>
            <a:off x="7605951" y="6423914"/>
            <a:ext cx="2844799" cy="365125"/>
          </a:xfrm>
        </p:spPr>
        <p:txBody>
          <a:bodyPr rtlCol="0"/>
          <a:lstStyle/>
          <a:p>
            <a:pPr rtl="0"/>
            <a:fld id="{CE7109B5-4B5D-4C1F-8911-3CFA17EB1F2E}" type="datetime1">
              <a:rPr lang="fr-FR" noProof="0" smtClean="0"/>
              <a:t>09/04/2026</a:t>
            </a:fld>
            <a:endParaRPr lang="fr-FR" noProof="0"/>
          </a:p>
        </p:txBody>
      </p:sp>
      <p:sp>
        <p:nvSpPr>
          <p:cNvPr id="7" name="Espace réservé du numéro de diapositive 6">
            <a:extLst>
              <a:ext uri="{FF2B5EF4-FFF2-40B4-BE49-F238E27FC236}">
                <a16:creationId xmlns:a16="http://schemas.microsoft.com/office/drawing/2014/main" id="{E1444EA1-5452-4A23-B72D-9B65C311F2FC}"/>
              </a:ext>
            </a:extLst>
          </p:cNvPr>
          <p:cNvSpPr>
            <a:spLocks noGrp="1"/>
          </p:cNvSpPr>
          <p:nvPr>
            <p:ph type="sldNum" sz="quarter" idx="12"/>
          </p:nvPr>
        </p:nvSpPr>
        <p:spPr>
          <a:xfrm>
            <a:off x="10795363" y="6423914"/>
            <a:ext cx="1052510" cy="365125"/>
          </a:xfrm>
        </p:spPr>
        <p:txBody>
          <a:bodyPr rtlCol="0"/>
          <a:lstStyle/>
          <a:p>
            <a:pPr rtl="0"/>
            <a:fld id="{F603CDE5-C1D8-4EDD-870F-A498BAFA520F}" type="slidenum">
              <a:rPr lang="fr-FR" noProof="0" smtClean="0"/>
              <a:t>‹N°›</a:t>
            </a:fld>
            <a:endParaRPr lang="fr-FR" noProof="0"/>
          </a:p>
        </p:txBody>
      </p:sp>
      <p:sp>
        <p:nvSpPr>
          <p:cNvPr id="8" name="Espace réservé du pied de page 5">
            <a:extLst>
              <a:ext uri="{FF2B5EF4-FFF2-40B4-BE49-F238E27FC236}">
                <a16:creationId xmlns:a16="http://schemas.microsoft.com/office/drawing/2014/main" id="{3A5BB48A-749C-4DBB-8723-91ACE9CEA73E}"/>
              </a:ext>
            </a:extLst>
          </p:cNvPr>
          <p:cNvSpPr>
            <a:spLocks noGrp="1"/>
          </p:cNvSpPr>
          <p:nvPr>
            <p:ph type="ftr" sz="quarter" idx="11"/>
          </p:nvPr>
        </p:nvSpPr>
        <p:spPr>
          <a:xfrm>
            <a:off x="355101" y="6423914"/>
            <a:ext cx="6818262" cy="365125"/>
          </a:xfrm>
        </p:spPr>
        <p:txBody>
          <a:bodyPr rtlCol="0"/>
          <a:lstStyle/>
          <a:p>
            <a:pPr algn="l" rtl="0"/>
            <a:r>
              <a:rPr lang="fr-FR" noProof="0"/>
              <a:t>Guillaume FOVEAU 2026</a:t>
            </a:r>
          </a:p>
        </p:txBody>
      </p:sp>
      <p:sp>
        <p:nvSpPr>
          <p:cNvPr id="9" name="Rectangle 8">
            <a:extLst>
              <a:ext uri="{FF2B5EF4-FFF2-40B4-BE49-F238E27FC236}">
                <a16:creationId xmlns:a16="http://schemas.microsoft.com/office/drawing/2014/main" id="{24F70AE1-0373-4B8E-9C6F-A87681145315}"/>
              </a:ext>
            </a:extLst>
          </p:cNvPr>
          <p:cNvSpPr>
            <a:spLocks noChangeAspect="1"/>
          </p:cNvSpPr>
          <p:nvPr userDrawn="1"/>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Titre 1">
            <a:extLst>
              <a:ext uri="{FF2B5EF4-FFF2-40B4-BE49-F238E27FC236}">
                <a16:creationId xmlns:a16="http://schemas.microsoft.com/office/drawing/2014/main" id="{A4CFD6FA-0DEF-4E30-82DA-0BAB26B41E5B}"/>
              </a:ext>
            </a:extLst>
          </p:cNvPr>
          <p:cNvSpPr>
            <a:spLocks noGrp="1"/>
          </p:cNvSpPr>
          <p:nvPr>
            <p:ph type="title"/>
          </p:nvPr>
        </p:nvSpPr>
        <p:spPr>
          <a:xfrm>
            <a:off x="581192" y="5262296"/>
            <a:ext cx="4909445" cy="689514"/>
          </a:xfrm>
        </p:spPr>
        <p:txBody>
          <a:bodyPr rtlCol="0" anchor="ctr"/>
          <a:lstStyle>
            <a:lvl1pPr algn="l">
              <a:defRPr sz="2000" b="0">
                <a:solidFill>
                  <a:schemeClr val="accent1">
                    <a:lumMod val="50000"/>
                  </a:schemeClr>
                </a:solidFill>
              </a:defRPr>
            </a:lvl1pPr>
          </a:lstStyle>
          <a:p>
            <a:pPr rtl="0"/>
            <a:r>
              <a:rPr lang="fr-FR" noProof="0"/>
              <a:t>Modifiez le style du titre</a:t>
            </a:r>
          </a:p>
        </p:txBody>
      </p:sp>
      <p:sp>
        <p:nvSpPr>
          <p:cNvPr id="11" name="Espace réservé du contenu 2">
            <a:extLst>
              <a:ext uri="{FF2B5EF4-FFF2-40B4-BE49-F238E27FC236}">
                <a16:creationId xmlns:a16="http://schemas.microsoft.com/office/drawing/2014/main" id="{C01EE411-05BB-43B4-BF85-4222430030F4}"/>
              </a:ext>
            </a:extLst>
          </p:cNvPr>
          <p:cNvSpPr>
            <a:spLocks noGrp="1"/>
          </p:cNvSpPr>
          <p:nvPr>
            <p:ph idx="1" hasCustomPrompt="1"/>
          </p:nvPr>
        </p:nvSpPr>
        <p:spPr>
          <a:xfrm>
            <a:off x="447816" y="601200"/>
            <a:ext cx="11292840" cy="4204800"/>
          </a:xfrm>
        </p:spPr>
        <p:txBody>
          <a:bodyPr rtlCol="0"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12" name="Espace réservé du texte 3">
            <a:extLst>
              <a:ext uri="{FF2B5EF4-FFF2-40B4-BE49-F238E27FC236}">
                <a16:creationId xmlns:a16="http://schemas.microsoft.com/office/drawing/2014/main" id="{7C2A48C1-57D3-4A3D-B843-6ACC41EEE8E6}"/>
              </a:ext>
            </a:extLst>
          </p:cNvPr>
          <p:cNvSpPr>
            <a:spLocks noGrp="1"/>
          </p:cNvSpPr>
          <p:nvPr>
            <p:ph type="body" sz="half" idx="2" hasCustomPrompt="1"/>
          </p:nvPr>
        </p:nvSpPr>
        <p:spPr>
          <a:xfrm>
            <a:off x="5740823" y="5262296"/>
            <a:ext cx="5869987" cy="689515"/>
          </a:xfrm>
        </p:spPr>
        <p:txBody>
          <a:bodyPr rtlCol="0"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fr-FR" noProof="0"/>
              <a:t>Modifiez les styles du texte</a:t>
            </a:r>
          </a:p>
        </p:txBody>
      </p:sp>
    </p:spTree>
    <p:extLst>
      <p:ext uri="{BB962C8B-B14F-4D97-AF65-F5344CB8AC3E}">
        <p14:creationId xmlns:p14="http://schemas.microsoft.com/office/powerpoint/2010/main" val="14022791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age avec légende">
    <p:spTree>
      <p:nvGrpSpPr>
        <p:cNvPr id="1" name=""/>
        <p:cNvGrpSpPr/>
        <p:nvPr/>
      </p:nvGrpSpPr>
      <p:grpSpPr>
        <a:xfrm>
          <a:off x="0" y="0"/>
          <a:ext cx="0" cy="0"/>
          <a:chOff x="0" y="0"/>
          <a:chExt cx="0" cy="0"/>
        </a:xfrm>
      </p:grpSpPr>
      <p:sp>
        <p:nvSpPr>
          <p:cNvPr id="5" name="Espace réservé de la date 4">
            <a:extLst>
              <a:ext uri="{FF2B5EF4-FFF2-40B4-BE49-F238E27FC236}">
                <a16:creationId xmlns:a16="http://schemas.microsoft.com/office/drawing/2014/main" id="{506B7143-9C17-4A62-9B23-F2717C500886}"/>
              </a:ext>
            </a:extLst>
          </p:cNvPr>
          <p:cNvSpPr>
            <a:spLocks noGrp="1"/>
          </p:cNvSpPr>
          <p:nvPr>
            <p:ph type="dt" sz="half" idx="10"/>
          </p:nvPr>
        </p:nvSpPr>
        <p:spPr>
          <a:xfrm>
            <a:off x="7605951" y="6423914"/>
            <a:ext cx="2844799" cy="365125"/>
          </a:xfrm>
        </p:spPr>
        <p:txBody>
          <a:bodyPr rtlCol="0"/>
          <a:lstStyle/>
          <a:p>
            <a:pPr rtl="0"/>
            <a:fld id="{A10FF324-2DF1-4E31-A4E2-EE42ACF07667}" type="datetime1">
              <a:rPr lang="fr-FR" noProof="0" smtClean="0"/>
              <a:t>09/04/2026</a:t>
            </a:fld>
            <a:endParaRPr lang="fr-FR" noProof="0"/>
          </a:p>
        </p:txBody>
      </p:sp>
      <p:sp>
        <p:nvSpPr>
          <p:cNvPr id="7" name="Espace réservé du numéro de diapositive 6">
            <a:extLst>
              <a:ext uri="{FF2B5EF4-FFF2-40B4-BE49-F238E27FC236}">
                <a16:creationId xmlns:a16="http://schemas.microsoft.com/office/drawing/2014/main" id="{7DD0075C-AB97-4D80-BF0E-6D96D0A8F963}"/>
              </a:ext>
            </a:extLst>
          </p:cNvPr>
          <p:cNvSpPr>
            <a:spLocks noGrp="1"/>
          </p:cNvSpPr>
          <p:nvPr>
            <p:ph type="sldNum" sz="quarter" idx="12"/>
          </p:nvPr>
        </p:nvSpPr>
        <p:spPr>
          <a:xfrm>
            <a:off x="10795363" y="6423914"/>
            <a:ext cx="1052510" cy="365125"/>
          </a:xfrm>
        </p:spPr>
        <p:txBody>
          <a:bodyPr rtlCol="0"/>
          <a:lstStyle/>
          <a:p>
            <a:pPr rtl="0"/>
            <a:fld id="{F603CDE5-C1D8-4EDD-870F-A498BAFA520F}" type="slidenum">
              <a:rPr lang="fr-FR" noProof="0" smtClean="0"/>
              <a:t>‹N°›</a:t>
            </a:fld>
            <a:endParaRPr lang="fr-FR" noProof="0"/>
          </a:p>
        </p:txBody>
      </p:sp>
      <p:sp>
        <p:nvSpPr>
          <p:cNvPr id="8" name="Espace réservé du pied de page 5">
            <a:extLst>
              <a:ext uri="{FF2B5EF4-FFF2-40B4-BE49-F238E27FC236}">
                <a16:creationId xmlns:a16="http://schemas.microsoft.com/office/drawing/2014/main" id="{D740D193-BF72-46A1-AFE9-DA960BABE465}"/>
              </a:ext>
            </a:extLst>
          </p:cNvPr>
          <p:cNvSpPr>
            <a:spLocks noGrp="1"/>
          </p:cNvSpPr>
          <p:nvPr>
            <p:ph type="ftr" sz="quarter" idx="11"/>
          </p:nvPr>
        </p:nvSpPr>
        <p:spPr>
          <a:xfrm>
            <a:off x="355101" y="6423914"/>
            <a:ext cx="6818262" cy="365125"/>
          </a:xfrm>
        </p:spPr>
        <p:txBody>
          <a:bodyPr rtlCol="0"/>
          <a:lstStyle/>
          <a:p>
            <a:pPr algn="l" rtl="0"/>
            <a:r>
              <a:rPr lang="fr-FR" noProof="0"/>
              <a:t>Guillaume FOVEAU 2026</a:t>
            </a:r>
          </a:p>
        </p:txBody>
      </p:sp>
      <p:sp>
        <p:nvSpPr>
          <p:cNvPr id="9" name="Titre 1">
            <a:extLst>
              <a:ext uri="{FF2B5EF4-FFF2-40B4-BE49-F238E27FC236}">
                <a16:creationId xmlns:a16="http://schemas.microsoft.com/office/drawing/2014/main" id="{F47352EA-4890-4FE1-97BD-8CCB09F58794}"/>
              </a:ext>
            </a:extLst>
          </p:cNvPr>
          <p:cNvSpPr>
            <a:spLocks noGrp="1"/>
          </p:cNvSpPr>
          <p:nvPr>
            <p:ph type="title"/>
          </p:nvPr>
        </p:nvSpPr>
        <p:spPr>
          <a:xfrm>
            <a:off x="581193" y="4693389"/>
            <a:ext cx="11029616" cy="566738"/>
          </a:xfrm>
        </p:spPr>
        <p:txBody>
          <a:bodyPr rtlCol="0" anchor="b">
            <a:normAutofit/>
          </a:bodyPr>
          <a:lstStyle>
            <a:lvl1pPr algn="l">
              <a:defRPr sz="2400" b="0">
                <a:solidFill>
                  <a:schemeClr val="accent1"/>
                </a:solidFill>
              </a:defRPr>
            </a:lvl1pPr>
          </a:lstStyle>
          <a:p>
            <a:pPr rtl="0"/>
            <a:r>
              <a:rPr lang="fr-FR" noProof="0"/>
              <a:t>Modifiez le style du titre</a:t>
            </a:r>
          </a:p>
        </p:txBody>
      </p:sp>
      <p:sp>
        <p:nvSpPr>
          <p:cNvPr id="10" name="Espace réservé de l’image 2">
            <a:extLst>
              <a:ext uri="{FF2B5EF4-FFF2-40B4-BE49-F238E27FC236}">
                <a16:creationId xmlns:a16="http://schemas.microsoft.com/office/drawing/2014/main" id="{EEBAE269-6AC1-4BFB-8694-696AFD04DC84}"/>
              </a:ext>
            </a:extLst>
          </p:cNvPr>
          <p:cNvSpPr>
            <a:spLocks noGrp="1" noChangeAspect="1"/>
          </p:cNvSpPr>
          <p:nvPr>
            <p:ph type="pic" idx="1" hasCustomPrompt="1"/>
          </p:nvPr>
        </p:nvSpPr>
        <p:spPr>
          <a:xfrm>
            <a:off x="447817" y="599725"/>
            <a:ext cx="11290859" cy="3557252"/>
          </a:xfrm>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fr-FR" noProof="0"/>
              <a:t>Cliquez sur l’icône pour ajouter une image</a:t>
            </a:r>
          </a:p>
        </p:txBody>
      </p:sp>
      <p:sp>
        <p:nvSpPr>
          <p:cNvPr id="11" name="Espace réservé du texte 3">
            <a:extLst>
              <a:ext uri="{FF2B5EF4-FFF2-40B4-BE49-F238E27FC236}">
                <a16:creationId xmlns:a16="http://schemas.microsoft.com/office/drawing/2014/main" id="{F67E35A4-831E-477F-9962-C62C2A6492CD}"/>
              </a:ext>
            </a:extLst>
          </p:cNvPr>
          <p:cNvSpPr>
            <a:spLocks noGrp="1"/>
          </p:cNvSpPr>
          <p:nvPr>
            <p:ph type="body" sz="half" idx="2" hasCustomPrompt="1"/>
          </p:nvPr>
        </p:nvSpPr>
        <p:spPr>
          <a:xfrm>
            <a:off x="581192" y="5260127"/>
            <a:ext cx="11029617" cy="598671"/>
          </a:xfrm>
        </p:spPr>
        <p:txBody>
          <a:bodyPr rtlCol="0">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fr-FR" noProof="0" dirty="0"/>
              <a:t>Modifiez les styles du texte du masque</a:t>
            </a:r>
          </a:p>
        </p:txBody>
      </p:sp>
    </p:spTree>
    <p:extLst>
      <p:ext uri="{BB962C8B-B14F-4D97-AF65-F5344CB8AC3E}">
        <p14:creationId xmlns:p14="http://schemas.microsoft.com/office/powerpoint/2010/main" val="30081061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eux images avec légende">
    <p:spTree>
      <p:nvGrpSpPr>
        <p:cNvPr id="1" name=""/>
        <p:cNvGrpSpPr/>
        <p:nvPr/>
      </p:nvGrpSpPr>
      <p:grpSpPr>
        <a:xfrm>
          <a:off x="0" y="0"/>
          <a:ext cx="0" cy="0"/>
          <a:chOff x="0" y="0"/>
          <a:chExt cx="0" cy="0"/>
        </a:xfrm>
      </p:grpSpPr>
      <p:sp>
        <p:nvSpPr>
          <p:cNvPr id="3" name="Espace réservé d’image 2">
            <a:extLst>
              <a:ext uri="{FF2B5EF4-FFF2-40B4-BE49-F238E27FC236}">
                <a16:creationId xmlns:a16="http://schemas.microsoft.com/office/drawing/2014/main" id="{79842E67-35F4-4EC2-B5B4-6D02111EDAD7}"/>
              </a:ext>
            </a:extLst>
          </p:cNvPr>
          <p:cNvSpPr>
            <a:spLocks noGrp="1"/>
          </p:cNvSpPr>
          <p:nvPr>
            <p:ph type="pic" idx="1" hasCustomPrompt="1"/>
          </p:nvPr>
        </p:nvSpPr>
        <p:spPr>
          <a:xfrm>
            <a:off x="4242275" y="641101"/>
            <a:ext cx="3702877" cy="5749461"/>
          </a:xfrm>
          <a:solidFill>
            <a:schemeClr val="bg1">
              <a:lumMod val="85000"/>
            </a:schemeClr>
          </a:solidFill>
        </p:spPr>
        <p:txBody>
          <a:bodyPr rtlCol="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fr-FR" noProof="0"/>
              <a:t>Cliquez sur l’icône pour ajouter une image</a:t>
            </a:r>
          </a:p>
        </p:txBody>
      </p:sp>
      <p:sp>
        <p:nvSpPr>
          <p:cNvPr id="10" name="Espace réservé d’image 2">
            <a:extLst>
              <a:ext uri="{FF2B5EF4-FFF2-40B4-BE49-F238E27FC236}">
                <a16:creationId xmlns:a16="http://schemas.microsoft.com/office/drawing/2014/main" id="{6553049D-F1F2-4E3C-B0A3-D2BCB35B18A8}"/>
              </a:ext>
            </a:extLst>
          </p:cNvPr>
          <p:cNvSpPr>
            <a:spLocks noGrp="1"/>
          </p:cNvSpPr>
          <p:nvPr>
            <p:ph type="pic" idx="13" hasCustomPrompt="1"/>
          </p:nvPr>
        </p:nvSpPr>
        <p:spPr>
          <a:xfrm>
            <a:off x="8047164" y="641101"/>
            <a:ext cx="3702877" cy="5749461"/>
          </a:xfrm>
          <a:solidFill>
            <a:schemeClr val="bg1">
              <a:lumMod val="85000"/>
            </a:schemeClr>
          </a:solidFill>
        </p:spPr>
        <p:txBody>
          <a:bodyPr rtlCol="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fr-FR" noProof="0"/>
              <a:t>Cliquez sur l’icône pour ajouter une image</a:t>
            </a:r>
          </a:p>
        </p:txBody>
      </p:sp>
      <p:sp>
        <p:nvSpPr>
          <p:cNvPr id="2" name="Titre 1">
            <a:extLst>
              <a:ext uri="{FF2B5EF4-FFF2-40B4-BE49-F238E27FC236}">
                <a16:creationId xmlns:a16="http://schemas.microsoft.com/office/drawing/2014/main" id="{1791EB1F-E7C6-4FF7-BE74-BEF6056BACE4}"/>
              </a:ext>
            </a:extLst>
          </p:cNvPr>
          <p:cNvSpPr>
            <a:spLocks noGrp="1"/>
          </p:cNvSpPr>
          <p:nvPr>
            <p:ph type="title"/>
          </p:nvPr>
        </p:nvSpPr>
        <p:spPr>
          <a:xfrm>
            <a:off x="358529" y="457200"/>
            <a:ext cx="3790884" cy="1600200"/>
          </a:xfrm>
        </p:spPr>
        <p:txBody>
          <a:bodyPr rtlCol="0" anchor="b">
            <a:normAutofit/>
          </a:bodyPr>
          <a:lstStyle>
            <a:lvl1pPr>
              <a:defRPr sz="2800">
                <a:solidFill>
                  <a:schemeClr val="accent1">
                    <a:lumMod val="75000"/>
                  </a:schemeClr>
                </a:solidFill>
              </a:defRPr>
            </a:lvl1pPr>
          </a:lstStyle>
          <a:p>
            <a:pPr rtl="0"/>
            <a:r>
              <a:rPr lang="fr-FR" noProof="0"/>
              <a:t>Modifiez le style du titre</a:t>
            </a:r>
          </a:p>
        </p:txBody>
      </p:sp>
      <p:sp>
        <p:nvSpPr>
          <p:cNvPr id="4" name="Espace réservé du texte 3">
            <a:extLst>
              <a:ext uri="{FF2B5EF4-FFF2-40B4-BE49-F238E27FC236}">
                <a16:creationId xmlns:a16="http://schemas.microsoft.com/office/drawing/2014/main" id="{9AC935A1-3DFF-457D-8C70-E337C3D84F5A}"/>
              </a:ext>
            </a:extLst>
          </p:cNvPr>
          <p:cNvSpPr>
            <a:spLocks noGrp="1"/>
          </p:cNvSpPr>
          <p:nvPr>
            <p:ph type="body" sz="half" idx="2" hasCustomPrompt="1"/>
          </p:nvPr>
        </p:nvSpPr>
        <p:spPr>
          <a:xfrm>
            <a:off x="358529" y="2057400"/>
            <a:ext cx="3790884" cy="3811588"/>
          </a:xfrm>
        </p:spPr>
        <p:txBody>
          <a:bodyPr rtlCol="0"/>
          <a:lstStyle>
            <a:lvl1pPr marL="216000" indent="-216000">
              <a:lnSpc>
                <a:spcPct val="90000"/>
              </a:lnSpc>
              <a:buFont typeface="Wingdings" panose="05000000000000000000" pitchFamily="2" charset="2"/>
              <a:buChar char="§"/>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fr-FR" noProof="0" dirty="0"/>
              <a:t>Modifiez les styles du texte du masque</a:t>
            </a:r>
          </a:p>
        </p:txBody>
      </p:sp>
      <p:sp>
        <p:nvSpPr>
          <p:cNvPr id="5" name="Espace réservé de la date 4">
            <a:extLst>
              <a:ext uri="{FF2B5EF4-FFF2-40B4-BE49-F238E27FC236}">
                <a16:creationId xmlns:a16="http://schemas.microsoft.com/office/drawing/2014/main" id="{506B7143-9C17-4A62-9B23-F2717C500886}"/>
              </a:ext>
            </a:extLst>
          </p:cNvPr>
          <p:cNvSpPr>
            <a:spLocks noGrp="1"/>
          </p:cNvSpPr>
          <p:nvPr>
            <p:ph type="dt" sz="half" idx="10"/>
          </p:nvPr>
        </p:nvSpPr>
        <p:spPr>
          <a:xfrm>
            <a:off x="7605951" y="6423914"/>
            <a:ext cx="2844799" cy="365125"/>
          </a:xfrm>
        </p:spPr>
        <p:txBody>
          <a:bodyPr rtlCol="0"/>
          <a:lstStyle/>
          <a:p>
            <a:pPr rtl="0"/>
            <a:fld id="{EFAC458C-19C7-4352-9B75-3048CA4F919F}" type="datetime1">
              <a:rPr lang="fr-FR" noProof="0" smtClean="0"/>
              <a:t>09/04/2026</a:t>
            </a:fld>
            <a:endParaRPr lang="fr-FR" noProof="0"/>
          </a:p>
        </p:txBody>
      </p:sp>
      <p:sp>
        <p:nvSpPr>
          <p:cNvPr id="7" name="Espace réservé du numéro de diapositive 6">
            <a:extLst>
              <a:ext uri="{FF2B5EF4-FFF2-40B4-BE49-F238E27FC236}">
                <a16:creationId xmlns:a16="http://schemas.microsoft.com/office/drawing/2014/main" id="{7DD0075C-AB97-4D80-BF0E-6D96D0A8F963}"/>
              </a:ext>
            </a:extLst>
          </p:cNvPr>
          <p:cNvSpPr>
            <a:spLocks noGrp="1"/>
          </p:cNvSpPr>
          <p:nvPr>
            <p:ph type="sldNum" sz="quarter" idx="12"/>
          </p:nvPr>
        </p:nvSpPr>
        <p:spPr>
          <a:xfrm>
            <a:off x="10795363" y="6423914"/>
            <a:ext cx="1052510" cy="365125"/>
          </a:xfrm>
        </p:spPr>
        <p:txBody>
          <a:bodyPr rtlCol="0"/>
          <a:lstStyle/>
          <a:p>
            <a:pPr rtl="0"/>
            <a:fld id="{F603CDE5-C1D8-4EDD-870F-A498BAFA520F}" type="slidenum">
              <a:rPr lang="fr-FR" noProof="0" smtClean="0"/>
              <a:t>‹N°›</a:t>
            </a:fld>
            <a:endParaRPr lang="fr-FR" noProof="0"/>
          </a:p>
        </p:txBody>
      </p:sp>
      <p:sp>
        <p:nvSpPr>
          <p:cNvPr id="11" name="Espace réservé du pied de page 5">
            <a:extLst>
              <a:ext uri="{FF2B5EF4-FFF2-40B4-BE49-F238E27FC236}">
                <a16:creationId xmlns:a16="http://schemas.microsoft.com/office/drawing/2014/main" id="{A620A17C-5577-4021-9044-146DC609ECC5}"/>
              </a:ext>
            </a:extLst>
          </p:cNvPr>
          <p:cNvSpPr>
            <a:spLocks noGrp="1"/>
          </p:cNvSpPr>
          <p:nvPr>
            <p:ph type="ftr" sz="quarter" idx="11"/>
          </p:nvPr>
        </p:nvSpPr>
        <p:spPr>
          <a:xfrm>
            <a:off x="355101" y="6423914"/>
            <a:ext cx="6818262" cy="365125"/>
          </a:xfrm>
        </p:spPr>
        <p:txBody>
          <a:bodyPr rtlCol="0"/>
          <a:lstStyle/>
          <a:p>
            <a:pPr algn="l" rtl="0"/>
            <a:r>
              <a:rPr lang="fr-FR" noProof="0"/>
              <a:t>Guillaume FOVEAU 2026</a:t>
            </a:r>
          </a:p>
        </p:txBody>
      </p:sp>
    </p:spTree>
    <p:extLst>
      <p:ext uri="{BB962C8B-B14F-4D97-AF65-F5344CB8AC3E}">
        <p14:creationId xmlns:p14="http://schemas.microsoft.com/office/powerpoint/2010/main" val="26862248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eux images avec légende_1">
    <p:spTree>
      <p:nvGrpSpPr>
        <p:cNvPr id="1" name=""/>
        <p:cNvGrpSpPr/>
        <p:nvPr/>
      </p:nvGrpSpPr>
      <p:grpSpPr>
        <a:xfrm>
          <a:off x="0" y="0"/>
          <a:ext cx="0" cy="0"/>
          <a:chOff x="0" y="0"/>
          <a:chExt cx="0" cy="0"/>
        </a:xfrm>
      </p:grpSpPr>
      <p:sp>
        <p:nvSpPr>
          <p:cNvPr id="3" name="Espace réservé d’image 2">
            <a:extLst>
              <a:ext uri="{FF2B5EF4-FFF2-40B4-BE49-F238E27FC236}">
                <a16:creationId xmlns:a16="http://schemas.microsoft.com/office/drawing/2014/main" id="{79842E67-35F4-4EC2-B5B4-6D02111EDAD7}"/>
              </a:ext>
            </a:extLst>
          </p:cNvPr>
          <p:cNvSpPr>
            <a:spLocks noGrp="1"/>
          </p:cNvSpPr>
          <p:nvPr>
            <p:ph type="pic" idx="1" hasCustomPrompt="1"/>
          </p:nvPr>
        </p:nvSpPr>
        <p:spPr>
          <a:xfrm>
            <a:off x="441959" y="641101"/>
            <a:ext cx="3702877" cy="5749461"/>
          </a:xfrm>
          <a:solidFill>
            <a:schemeClr val="bg1">
              <a:lumMod val="85000"/>
            </a:schemeClr>
          </a:solidFill>
        </p:spPr>
        <p:txBody>
          <a:bodyPr rtlCol="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fr-FR" noProof="0"/>
              <a:t>Cliquez sur l’icône pour ajouter une image</a:t>
            </a:r>
          </a:p>
        </p:txBody>
      </p:sp>
      <p:sp>
        <p:nvSpPr>
          <p:cNvPr id="10" name="Espace réservé d’image 2">
            <a:extLst>
              <a:ext uri="{FF2B5EF4-FFF2-40B4-BE49-F238E27FC236}">
                <a16:creationId xmlns:a16="http://schemas.microsoft.com/office/drawing/2014/main" id="{6553049D-F1F2-4E3C-B0A3-D2BCB35B18A8}"/>
              </a:ext>
            </a:extLst>
          </p:cNvPr>
          <p:cNvSpPr>
            <a:spLocks noGrp="1"/>
          </p:cNvSpPr>
          <p:nvPr>
            <p:ph type="pic" idx="13" hasCustomPrompt="1"/>
          </p:nvPr>
        </p:nvSpPr>
        <p:spPr>
          <a:xfrm>
            <a:off x="8047164" y="641101"/>
            <a:ext cx="3702877" cy="5749461"/>
          </a:xfrm>
          <a:solidFill>
            <a:schemeClr val="bg1">
              <a:lumMod val="85000"/>
            </a:schemeClr>
          </a:solidFill>
        </p:spPr>
        <p:txBody>
          <a:bodyPr rtlCol="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fr-FR" noProof="0"/>
              <a:t>Cliquez sur l’icône pour ajouter une image</a:t>
            </a:r>
          </a:p>
        </p:txBody>
      </p:sp>
      <p:sp>
        <p:nvSpPr>
          <p:cNvPr id="2" name="Titre 1">
            <a:extLst>
              <a:ext uri="{FF2B5EF4-FFF2-40B4-BE49-F238E27FC236}">
                <a16:creationId xmlns:a16="http://schemas.microsoft.com/office/drawing/2014/main" id="{1791EB1F-E7C6-4FF7-BE74-BEF6056BACE4}"/>
              </a:ext>
            </a:extLst>
          </p:cNvPr>
          <p:cNvSpPr>
            <a:spLocks noGrp="1"/>
          </p:cNvSpPr>
          <p:nvPr>
            <p:ph type="title"/>
          </p:nvPr>
        </p:nvSpPr>
        <p:spPr>
          <a:xfrm>
            <a:off x="4144457" y="457200"/>
            <a:ext cx="3790884" cy="1600200"/>
          </a:xfrm>
        </p:spPr>
        <p:txBody>
          <a:bodyPr rtlCol="0" anchor="b">
            <a:normAutofit/>
          </a:bodyPr>
          <a:lstStyle>
            <a:lvl1pPr>
              <a:defRPr sz="2800">
                <a:solidFill>
                  <a:schemeClr val="accent1">
                    <a:lumMod val="75000"/>
                  </a:schemeClr>
                </a:solidFill>
              </a:defRPr>
            </a:lvl1pPr>
          </a:lstStyle>
          <a:p>
            <a:pPr rtl="0"/>
            <a:r>
              <a:rPr lang="fr-FR" noProof="0"/>
              <a:t>Modifiez le style du titre</a:t>
            </a:r>
          </a:p>
        </p:txBody>
      </p:sp>
      <p:sp>
        <p:nvSpPr>
          <p:cNvPr id="5" name="Espace réservé de la date 4">
            <a:extLst>
              <a:ext uri="{FF2B5EF4-FFF2-40B4-BE49-F238E27FC236}">
                <a16:creationId xmlns:a16="http://schemas.microsoft.com/office/drawing/2014/main" id="{506B7143-9C17-4A62-9B23-F2717C500886}"/>
              </a:ext>
            </a:extLst>
          </p:cNvPr>
          <p:cNvSpPr>
            <a:spLocks noGrp="1"/>
          </p:cNvSpPr>
          <p:nvPr>
            <p:ph type="dt" sz="half" idx="10"/>
          </p:nvPr>
        </p:nvSpPr>
        <p:spPr>
          <a:xfrm>
            <a:off x="7605951" y="6423914"/>
            <a:ext cx="2844799" cy="365125"/>
          </a:xfrm>
        </p:spPr>
        <p:txBody>
          <a:bodyPr rtlCol="0"/>
          <a:lstStyle/>
          <a:p>
            <a:pPr rtl="0"/>
            <a:fld id="{E5D54313-8805-4BEA-9070-1090822821C5}" type="datetime1">
              <a:rPr lang="fr-FR" noProof="0" smtClean="0"/>
              <a:t>09/04/2026</a:t>
            </a:fld>
            <a:endParaRPr lang="fr-FR" noProof="0"/>
          </a:p>
        </p:txBody>
      </p:sp>
      <p:sp>
        <p:nvSpPr>
          <p:cNvPr id="7" name="Espace réservé du numéro de diapositive 6">
            <a:extLst>
              <a:ext uri="{FF2B5EF4-FFF2-40B4-BE49-F238E27FC236}">
                <a16:creationId xmlns:a16="http://schemas.microsoft.com/office/drawing/2014/main" id="{7DD0075C-AB97-4D80-BF0E-6D96D0A8F963}"/>
              </a:ext>
            </a:extLst>
          </p:cNvPr>
          <p:cNvSpPr>
            <a:spLocks noGrp="1"/>
          </p:cNvSpPr>
          <p:nvPr>
            <p:ph type="sldNum" sz="quarter" idx="12"/>
          </p:nvPr>
        </p:nvSpPr>
        <p:spPr>
          <a:xfrm>
            <a:off x="10795363" y="6423914"/>
            <a:ext cx="1052510" cy="365125"/>
          </a:xfrm>
        </p:spPr>
        <p:txBody>
          <a:bodyPr rtlCol="0"/>
          <a:lstStyle/>
          <a:p>
            <a:pPr rtl="0"/>
            <a:fld id="{F603CDE5-C1D8-4EDD-870F-A498BAFA520F}" type="slidenum">
              <a:rPr lang="fr-FR" noProof="0" smtClean="0"/>
              <a:t>‹N°›</a:t>
            </a:fld>
            <a:endParaRPr lang="fr-FR" noProof="0"/>
          </a:p>
        </p:txBody>
      </p:sp>
      <p:sp>
        <p:nvSpPr>
          <p:cNvPr id="11" name="Espace réservé du contenu 8">
            <a:extLst>
              <a:ext uri="{FF2B5EF4-FFF2-40B4-BE49-F238E27FC236}">
                <a16:creationId xmlns:a16="http://schemas.microsoft.com/office/drawing/2014/main" id="{8C645043-BE6A-4D32-ACA9-AB593DA6BC9F}"/>
              </a:ext>
            </a:extLst>
          </p:cNvPr>
          <p:cNvSpPr>
            <a:spLocks noGrp="1"/>
          </p:cNvSpPr>
          <p:nvPr>
            <p:ph sz="quarter" idx="14" hasCustomPrompt="1"/>
          </p:nvPr>
        </p:nvSpPr>
        <p:spPr>
          <a:xfrm>
            <a:off x="4144457" y="2057400"/>
            <a:ext cx="3791456" cy="3862388"/>
          </a:xfrm>
        </p:spPr>
        <p:txBody>
          <a:bodyPr rtlCol="0"/>
          <a:lstStyle/>
          <a:p>
            <a:pPr lvl="0" rtl="0"/>
            <a:r>
              <a:rPr lang="fr-FR" noProof="0" dirty="0"/>
              <a:t>Modifiez les styles du texte du masque</a:t>
            </a:r>
          </a:p>
          <a:p>
            <a:pPr lvl="1" rtl="0"/>
            <a:r>
              <a:rPr lang="fr-FR" noProof="0" dirty="0"/>
              <a:t>Deuxième niveau</a:t>
            </a:r>
          </a:p>
          <a:p>
            <a:pPr lvl="2" rtl="0"/>
            <a:r>
              <a:rPr lang="fr-FR" noProof="0" dirty="0"/>
              <a:t>Troisième niveau</a:t>
            </a:r>
          </a:p>
          <a:p>
            <a:pPr lvl="3" rtl="0"/>
            <a:r>
              <a:rPr lang="fr-FR" noProof="0" dirty="0"/>
              <a:t>Quatrième niveau</a:t>
            </a:r>
          </a:p>
          <a:p>
            <a:pPr lvl="4" rtl="0"/>
            <a:r>
              <a:rPr lang="fr-FR" noProof="0" dirty="0"/>
              <a:t>Cinquième niveau</a:t>
            </a:r>
          </a:p>
        </p:txBody>
      </p:sp>
      <p:sp>
        <p:nvSpPr>
          <p:cNvPr id="12" name="Espace réservé du pied de page 5">
            <a:extLst>
              <a:ext uri="{FF2B5EF4-FFF2-40B4-BE49-F238E27FC236}">
                <a16:creationId xmlns:a16="http://schemas.microsoft.com/office/drawing/2014/main" id="{3D444C08-6A3A-4BFB-9494-43F3DE33E919}"/>
              </a:ext>
            </a:extLst>
          </p:cNvPr>
          <p:cNvSpPr>
            <a:spLocks noGrp="1"/>
          </p:cNvSpPr>
          <p:nvPr>
            <p:ph type="ftr" sz="quarter" idx="11"/>
          </p:nvPr>
        </p:nvSpPr>
        <p:spPr>
          <a:xfrm>
            <a:off x="355101" y="6423914"/>
            <a:ext cx="6818262" cy="365125"/>
          </a:xfrm>
        </p:spPr>
        <p:txBody>
          <a:bodyPr rtlCol="0"/>
          <a:lstStyle/>
          <a:p>
            <a:pPr algn="l" rtl="0"/>
            <a:r>
              <a:rPr lang="fr-FR" noProof="0"/>
              <a:t>Guillaume FOVEAU 2026</a:t>
            </a:r>
          </a:p>
        </p:txBody>
      </p:sp>
    </p:spTree>
    <p:extLst>
      <p:ext uri="{BB962C8B-B14F-4D97-AF65-F5344CB8AC3E}">
        <p14:creationId xmlns:p14="http://schemas.microsoft.com/office/powerpoint/2010/main" val="14455210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eux images avec légende_2">
    <p:spTree>
      <p:nvGrpSpPr>
        <p:cNvPr id="1" name=""/>
        <p:cNvGrpSpPr/>
        <p:nvPr/>
      </p:nvGrpSpPr>
      <p:grpSpPr>
        <a:xfrm>
          <a:off x="0" y="0"/>
          <a:ext cx="0" cy="0"/>
          <a:chOff x="0" y="0"/>
          <a:chExt cx="0" cy="0"/>
        </a:xfrm>
      </p:grpSpPr>
      <p:sp>
        <p:nvSpPr>
          <p:cNvPr id="3" name="Espace réservé d’image 2">
            <a:extLst>
              <a:ext uri="{FF2B5EF4-FFF2-40B4-BE49-F238E27FC236}">
                <a16:creationId xmlns:a16="http://schemas.microsoft.com/office/drawing/2014/main" id="{79842E67-35F4-4EC2-B5B4-6D02111EDAD7}"/>
              </a:ext>
            </a:extLst>
          </p:cNvPr>
          <p:cNvSpPr>
            <a:spLocks noGrp="1"/>
          </p:cNvSpPr>
          <p:nvPr>
            <p:ph type="pic" idx="1" hasCustomPrompt="1"/>
          </p:nvPr>
        </p:nvSpPr>
        <p:spPr>
          <a:xfrm>
            <a:off x="441959" y="641101"/>
            <a:ext cx="3702877" cy="5749461"/>
          </a:xfrm>
          <a:solidFill>
            <a:schemeClr val="bg1">
              <a:lumMod val="85000"/>
            </a:schemeClr>
          </a:solidFill>
        </p:spPr>
        <p:txBody>
          <a:bodyPr rtlCol="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fr-FR" noProof="0"/>
              <a:t>Cliquez sur l’icône pour ajouter une image</a:t>
            </a:r>
          </a:p>
        </p:txBody>
      </p:sp>
      <p:sp>
        <p:nvSpPr>
          <p:cNvPr id="10" name="Espace réservé d’image 2">
            <a:extLst>
              <a:ext uri="{FF2B5EF4-FFF2-40B4-BE49-F238E27FC236}">
                <a16:creationId xmlns:a16="http://schemas.microsoft.com/office/drawing/2014/main" id="{6553049D-F1F2-4E3C-B0A3-D2BCB35B18A8}"/>
              </a:ext>
            </a:extLst>
          </p:cNvPr>
          <p:cNvSpPr>
            <a:spLocks noGrp="1"/>
          </p:cNvSpPr>
          <p:nvPr>
            <p:ph type="pic" idx="13" hasCustomPrompt="1"/>
          </p:nvPr>
        </p:nvSpPr>
        <p:spPr>
          <a:xfrm>
            <a:off x="4244562" y="641101"/>
            <a:ext cx="3702877" cy="5749461"/>
          </a:xfrm>
          <a:solidFill>
            <a:schemeClr val="bg1">
              <a:lumMod val="85000"/>
            </a:schemeClr>
          </a:solidFill>
        </p:spPr>
        <p:txBody>
          <a:bodyPr rtlCol="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fr-FR" noProof="0"/>
              <a:t>Cliquez sur l’icône pour ajouter une image</a:t>
            </a:r>
          </a:p>
        </p:txBody>
      </p:sp>
      <p:sp>
        <p:nvSpPr>
          <p:cNvPr id="2" name="Titre 1">
            <a:extLst>
              <a:ext uri="{FF2B5EF4-FFF2-40B4-BE49-F238E27FC236}">
                <a16:creationId xmlns:a16="http://schemas.microsoft.com/office/drawing/2014/main" id="{1791EB1F-E7C6-4FF7-BE74-BEF6056BACE4}"/>
              </a:ext>
            </a:extLst>
          </p:cNvPr>
          <p:cNvSpPr>
            <a:spLocks noGrp="1"/>
          </p:cNvSpPr>
          <p:nvPr>
            <p:ph type="title"/>
          </p:nvPr>
        </p:nvSpPr>
        <p:spPr>
          <a:xfrm>
            <a:off x="8355530" y="457200"/>
            <a:ext cx="3577394" cy="1600200"/>
          </a:xfrm>
        </p:spPr>
        <p:txBody>
          <a:bodyPr rtlCol="0" anchor="b">
            <a:normAutofit/>
          </a:bodyPr>
          <a:lstStyle>
            <a:lvl1pPr>
              <a:defRPr sz="2800">
                <a:solidFill>
                  <a:schemeClr val="accent1">
                    <a:lumMod val="75000"/>
                  </a:schemeClr>
                </a:solidFill>
              </a:defRPr>
            </a:lvl1pPr>
          </a:lstStyle>
          <a:p>
            <a:pPr rtl="0"/>
            <a:r>
              <a:rPr lang="fr-FR" noProof="0"/>
              <a:t>Modifiez le style du titre</a:t>
            </a:r>
          </a:p>
        </p:txBody>
      </p:sp>
      <p:sp>
        <p:nvSpPr>
          <p:cNvPr id="5" name="Espace réservé de la date 4">
            <a:extLst>
              <a:ext uri="{FF2B5EF4-FFF2-40B4-BE49-F238E27FC236}">
                <a16:creationId xmlns:a16="http://schemas.microsoft.com/office/drawing/2014/main" id="{506B7143-9C17-4A62-9B23-F2717C500886}"/>
              </a:ext>
            </a:extLst>
          </p:cNvPr>
          <p:cNvSpPr>
            <a:spLocks noGrp="1"/>
          </p:cNvSpPr>
          <p:nvPr>
            <p:ph type="dt" sz="half" idx="10"/>
          </p:nvPr>
        </p:nvSpPr>
        <p:spPr>
          <a:xfrm>
            <a:off x="7605951" y="6423914"/>
            <a:ext cx="2844799" cy="365125"/>
          </a:xfrm>
        </p:spPr>
        <p:txBody>
          <a:bodyPr rtlCol="0"/>
          <a:lstStyle/>
          <a:p>
            <a:pPr rtl="0"/>
            <a:fld id="{C1FC8933-28C5-4861-9DDB-7281AFD478D2}" type="datetime1">
              <a:rPr lang="fr-FR" noProof="0" smtClean="0"/>
              <a:t>09/04/2026</a:t>
            </a:fld>
            <a:endParaRPr lang="fr-FR" noProof="0"/>
          </a:p>
        </p:txBody>
      </p:sp>
      <p:sp>
        <p:nvSpPr>
          <p:cNvPr id="7" name="Espace réservé du numéro de diapositive 6">
            <a:extLst>
              <a:ext uri="{FF2B5EF4-FFF2-40B4-BE49-F238E27FC236}">
                <a16:creationId xmlns:a16="http://schemas.microsoft.com/office/drawing/2014/main" id="{7DD0075C-AB97-4D80-BF0E-6D96D0A8F963}"/>
              </a:ext>
            </a:extLst>
          </p:cNvPr>
          <p:cNvSpPr>
            <a:spLocks noGrp="1"/>
          </p:cNvSpPr>
          <p:nvPr>
            <p:ph type="sldNum" sz="quarter" idx="12"/>
          </p:nvPr>
        </p:nvSpPr>
        <p:spPr>
          <a:xfrm>
            <a:off x="10795363" y="6423914"/>
            <a:ext cx="1052510" cy="365125"/>
          </a:xfrm>
        </p:spPr>
        <p:txBody>
          <a:bodyPr rtlCol="0"/>
          <a:lstStyle/>
          <a:p>
            <a:pPr rtl="0"/>
            <a:fld id="{F603CDE5-C1D8-4EDD-870F-A498BAFA520F}" type="slidenum">
              <a:rPr lang="fr-FR" noProof="0" smtClean="0"/>
              <a:t>‹N°›</a:t>
            </a:fld>
            <a:endParaRPr lang="fr-FR" noProof="0"/>
          </a:p>
        </p:txBody>
      </p:sp>
      <p:sp>
        <p:nvSpPr>
          <p:cNvPr id="11" name="Espace réservé du contenu 8">
            <a:extLst>
              <a:ext uri="{FF2B5EF4-FFF2-40B4-BE49-F238E27FC236}">
                <a16:creationId xmlns:a16="http://schemas.microsoft.com/office/drawing/2014/main" id="{8C645043-BE6A-4D32-ACA9-AB593DA6BC9F}"/>
              </a:ext>
            </a:extLst>
          </p:cNvPr>
          <p:cNvSpPr>
            <a:spLocks noGrp="1"/>
          </p:cNvSpPr>
          <p:nvPr>
            <p:ph sz="quarter" idx="14" hasCustomPrompt="1"/>
          </p:nvPr>
        </p:nvSpPr>
        <p:spPr>
          <a:xfrm>
            <a:off x="8355530" y="2057400"/>
            <a:ext cx="3577934" cy="3862388"/>
          </a:xfrm>
        </p:spPr>
        <p:txBody>
          <a:bodyPr rtlCol="0"/>
          <a:lstStyle>
            <a:lvl1pPr marL="0" indent="0">
              <a:lnSpc>
                <a:spcPct val="90000"/>
              </a:lnSpc>
              <a:buNone/>
              <a:defRPr lang="ru-RU" sz="1600" kern="1200" dirty="0">
                <a:solidFill>
                  <a:schemeClr val="tx1">
                    <a:lumMod val="75000"/>
                    <a:lumOff val="25000"/>
                  </a:schemeClr>
                </a:solidFill>
                <a:latin typeface="+mn-lt"/>
                <a:ea typeface="+mn-ea"/>
                <a:cs typeface="+mn-cs"/>
              </a:defRPr>
            </a:lvl1pPr>
            <a:lvl2pPr marL="306000" indent="-306000">
              <a:defRPr/>
            </a:lvl2pPr>
            <a:lvl3pPr marL="306000" indent="-306000">
              <a:defRPr/>
            </a:lvl3pPr>
            <a:lvl4pPr marL="306000" indent="-306000">
              <a:defRPr/>
            </a:lvl4pPr>
            <a:lvl5pPr marL="306000" indent="-306000">
              <a:defRPr/>
            </a:lvl5pPr>
          </a:lstStyle>
          <a:p>
            <a:pPr marL="216000" lvl="0" indent="-216000" algn="l" defTabSz="457200" rtl="0" eaLnBrk="1" latinLnBrk="0" hangingPunct="1">
              <a:spcBef>
                <a:spcPct val="20000"/>
              </a:spcBef>
              <a:spcAft>
                <a:spcPts val="600"/>
              </a:spcAft>
              <a:buClr>
                <a:schemeClr val="accent1"/>
              </a:buClr>
              <a:buSzPct val="92000"/>
              <a:buFont typeface="Wingdings" panose="05000000000000000000" pitchFamily="2" charset="2"/>
              <a:buChar char="§"/>
            </a:pPr>
            <a:r>
              <a:rPr lang="fr-FR" noProof="0" dirty="0"/>
              <a:t>Modifiez les styles du texte du masque</a:t>
            </a:r>
          </a:p>
          <a:p>
            <a:pPr marL="216000" lvl="1" indent="-216000" algn="l" defTabSz="457200" rtl="0" eaLnBrk="1" latinLnBrk="0" hangingPunct="1">
              <a:spcBef>
                <a:spcPct val="20000"/>
              </a:spcBef>
              <a:spcAft>
                <a:spcPts val="600"/>
              </a:spcAft>
              <a:buClr>
                <a:schemeClr val="accent1"/>
              </a:buClr>
              <a:buSzPct val="92000"/>
              <a:buFont typeface="Wingdings" panose="05000000000000000000" pitchFamily="2" charset="2"/>
              <a:buChar char="§"/>
            </a:pPr>
            <a:r>
              <a:rPr lang="fr-FR" noProof="0" dirty="0"/>
              <a:t>Deuxième niveau</a:t>
            </a:r>
          </a:p>
        </p:txBody>
      </p:sp>
      <p:sp>
        <p:nvSpPr>
          <p:cNvPr id="9" name="Espace réservé du pied de page 5">
            <a:extLst>
              <a:ext uri="{FF2B5EF4-FFF2-40B4-BE49-F238E27FC236}">
                <a16:creationId xmlns:a16="http://schemas.microsoft.com/office/drawing/2014/main" id="{FE695AAC-8311-4518-A219-DE58BF92AEA9}"/>
              </a:ext>
            </a:extLst>
          </p:cNvPr>
          <p:cNvSpPr>
            <a:spLocks noGrp="1"/>
          </p:cNvSpPr>
          <p:nvPr>
            <p:ph type="ftr" sz="quarter" idx="11"/>
          </p:nvPr>
        </p:nvSpPr>
        <p:spPr>
          <a:xfrm>
            <a:off x="355101" y="6423914"/>
            <a:ext cx="6818262" cy="365125"/>
          </a:xfrm>
        </p:spPr>
        <p:txBody>
          <a:bodyPr rtlCol="0"/>
          <a:lstStyle/>
          <a:p>
            <a:pPr algn="l" rtl="0"/>
            <a:r>
              <a:rPr lang="fr-FR" noProof="0"/>
              <a:t>Guillaume FOVEAU 2026</a:t>
            </a:r>
          </a:p>
        </p:txBody>
      </p:sp>
    </p:spTree>
    <p:extLst>
      <p:ext uri="{BB962C8B-B14F-4D97-AF65-F5344CB8AC3E}">
        <p14:creationId xmlns:p14="http://schemas.microsoft.com/office/powerpoint/2010/main" val="9179567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picTx" preserve="1">
  <p:cSld name="Image avec légende_1">
    <p:spTree>
      <p:nvGrpSpPr>
        <p:cNvPr id="1" name=""/>
        <p:cNvGrpSpPr/>
        <p:nvPr/>
      </p:nvGrpSpPr>
      <p:grpSpPr>
        <a:xfrm>
          <a:off x="0" y="0"/>
          <a:ext cx="0" cy="0"/>
          <a:chOff x="0" y="0"/>
          <a:chExt cx="0" cy="0"/>
        </a:xfrm>
      </p:grpSpPr>
      <p:sp>
        <p:nvSpPr>
          <p:cNvPr id="4" name="Espace réservé du texte 3"/>
          <p:cNvSpPr>
            <a:spLocks noGrp="1"/>
          </p:cNvSpPr>
          <p:nvPr>
            <p:ph type="body" sz="half" idx="2" hasCustomPrompt="1"/>
          </p:nvPr>
        </p:nvSpPr>
        <p:spPr>
          <a:xfrm>
            <a:off x="8119868" y="5356067"/>
            <a:ext cx="3625595" cy="1000782"/>
          </a:xfrm>
          <a:solidFill>
            <a:srgbClr val="465359"/>
          </a:solidFill>
        </p:spPr>
        <p:txBody>
          <a:bodyPr lIns="91440" tIns="0" rIns="91440" bIns="0" rtlCol="0">
            <a:normAutofit/>
          </a:bodyPr>
          <a:lstStyle>
            <a:lvl1pPr marL="0" indent="0" algn="ctr">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fr-FR" noProof="0" dirty="0"/>
              <a:t>Modifiez les styles du texte du masque</a:t>
            </a:r>
          </a:p>
        </p:txBody>
      </p:sp>
      <p:sp>
        <p:nvSpPr>
          <p:cNvPr id="2" name="Titre 1"/>
          <p:cNvSpPr>
            <a:spLocks noGrp="1"/>
          </p:cNvSpPr>
          <p:nvPr>
            <p:ph type="title"/>
          </p:nvPr>
        </p:nvSpPr>
        <p:spPr>
          <a:xfrm>
            <a:off x="8119869" y="453642"/>
            <a:ext cx="3625595" cy="4826023"/>
          </a:xfrm>
          <a:solidFill>
            <a:schemeClr val="accent1"/>
          </a:solidFill>
        </p:spPr>
        <p:txBody>
          <a:bodyPr tIns="0" bIns="0" rtlCol="0" anchor="ctr" anchorCtr="0">
            <a:noAutofit/>
          </a:bodyPr>
          <a:lstStyle>
            <a:lvl1pPr algn="ctr">
              <a:defRPr sz="3600" b="0">
                <a:solidFill>
                  <a:srgbClr val="FFFFFF"/>
                </a:solidFill>
              </a:defRPr>
            </a:lvl1pPr>
          </a:lstStyle>
          <a:p>
            <a:pPr rtl="0"/>
            <a:r>
              <a:rPr lang="fr-FR" noProof="0"/>
              <a:t>Modifiez le style du titre</a:t>
            </a:r>
          </a:p>
        </p:txBody>
      </p:sp>
      <p:sp>
        <p:nvSpPr>
          <p:cNvPr id="3" name="Espace réservé d’image 2"/>
          <p:cNvSpPr>
            <a:spLocks noGrp="1" noChangeAspect="1"/>
          </p:cNvSpPr>
          <p:nvPr>
            <p:ph type="pic" idx="1" hasCustomPrompt="1"/>
          </p:nvPr>
        </p:nvSpPr>
        <p:spPr>
          <a:xfrm>
            <a:off x="439766" y="453642"/>
            <a:ext cx="7602421" cy="5903207"/>
          </a:xfrm>
          <a:solidFill>
            <a:schemeClr val="bg1">
              <a:lumMod val="85000"/>
            </a:schemeClr>
          </a:solidFill>
        </p:spPr>
        <p:txBody>
          <a:bodyPr lIns="457200" tIns="457200" rtlCol="0" anchor="ctr" anchorCtr="0"/>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fr-FR" noProof="0"/>
              <a:t>Cliquez sur l’icône pour ajouter une image</a:t>
            </a:r>
          </a:p>
        </p:txBody>
      </p:sp>
      <p:sp>
        <p:nvSpPr>
          <p:cNvPr id="5" name="Espace réservé de la date 4"/>
          <p:cNvSpPr>
            <a:spLocks noGrp="1"/>
          </p:cNvSpPr>
          <p:nvPr>
            <p:ph type="dt" sz="half" idx="10"/>
          </p:nvPr>
        </p:nvSpPr>
        <p:spPr>
          <a:xfrm>
            <a:off x="7605951" y="6423914"/>
            <a:ext cx="2844799" cy="365125"/>
          </a:xfrm>
        </p:spPr>
        <p:txBody>
          <a:bodyPr rtlCol="0"/>
          <a:lstStyle>
            <a:lvl1pPr>
              <a:defRPr/>
            </a:lvl1pPr>
          </a:lstStyle>
          <a:p>
            <a:pPr rtl="0"/>
            <a:fld id="{6A8F684B-6DBC-4FE9-995C-725287C1F6D5}" type="datetime1">
              <a:rPr lang="fr-FR" noProof="0" smtClean="0"/>
              <a:t>09/04/2026</a:t>
            </a:fld>
            <a:endParaRPr lang="fr-FR" noProof="0"/>
          </a:p>
        </p:txBody>
      </p:sp>
      <p:sp>
        <p:nvSpPr>
          <p:cNvPr id="6" name="Espace réservé du pied de page 5"/>
          <p:cNvSpPr>
            <a:spLocks noGrp="1"/>
          </p:cNvSpPr>
          <p:nvPr>
            <p:ph type="ftr" sz="quarter" idx="11"/>
          </p:nvPr>
        </p:nvSpPr>
        <p:spPr>
          <a:xfrm>
            <a:off x="355101" y="6423914"/>
            <a:ext cx="6818262" cy="365125"/>
          </a:xfrm>
        </p:spPr>
        <p:txBody>
          <a:bodyPr rtlCol="0"/>
          <a:lstStyle/>
          <a:p>
            <a:pPr algn="l" rtl="0"/>
            <a:r>
              <a:rPr lang="fr-FR" noProof="0"/>
              <a:t>Guillaume FOVEAU 2026</a:t>
            </a:r>
          </a:p>
        </p:txBody>
      </p:sp>
      <p:sp>
        <p:nvSpPr>
          <p:cNvPr id="7" name="Espace réservé du numéro de diapositive 6"/>
          <p:cNvSpPr>
            <a:spLocks noGrp="1"/>
          </p:cNvSpPr>
          <p:nvPr>
            <p:ph type="sldNum" sz="quarter" idx="12"/>
          </p:nvPr>
        </p:nvSpPr>
        <p:spPr>
          <a:xfrm>
            <a:off x="10795363" y="6423914"/>
            <a:ext cx="1052510" cy="365125"/>
          </a:xfrm>
        </p:spPr>
        <p:txBody>
          <a:bodyPr rtlCol="0"/>
          <a:lstStyle/>
          <a:p>
            <a:pPr rtl="0"/>
            <a:fld id="{3A98EE3D-8CD1-4C3F-BD1C-C98C9596463C}" type="slidenum">
              <a:rPr lang="fr-FR" noProof="0" smtClean="0"/>
              <a:t>‹N°›</a:t>
            </a:fld>
            <a:endParaRPr lang="fr-FR" noProof="0"/>
          </a:p>
        </p:txBody>
      </p:sp>
    </p:spTree>
    <p:extLst>
      <p:ext uri="{BB962C8B-B14F-4D97-AF65-F5344CB8AC3E}">
        <p14:creationId xmlns:p14="http://schemas.microsoft.com/office/powerpoint/2010/main" val="1617903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mage avec légende_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81F13A5-61B9-419A-9B13-8BD37BE2841E}"/>
              </a:ext>
            </a:extLst>
          </p:cNvPr>
          <p:cNvSpPr/>
          <p:nvPr userDrawn="1"/>
        </p:nvSpPr>
        <p:spPr>
          <a:xfrm>
            <a:off x="446532" y="4199467"/>
            <a:ext cx="11296732" cy="2191098"/>
          </a:xfrm>
          <a:prstGeom prst="rect">
            <a:avLst/>
          </a:prstGeom>
          <a:solidFill>
            <a:srgbClr val="4653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8" name="Titre 1">
            <a:extLst>
              <a:ext uri="{FF2B5EF4-FFF2-40B4-BE49-F238E27FC236}">
                <a16:creationId xmlns:a16="http://schemas.microsoft.com/office/drawing/2014/main" id="{12206A44-565D-4C18-8891-86387B90115A}"/>
              </a:ext>
            </a:extLst>
          </p:cNvPr>
          <p:cNvSpPr>
            <a:spLocks noGrp="1"/>
          </p:cNvSpPr>
          <p:nvPr>
            <p:ph type="title"/>
          </p:nvPr>
        </p:nvSpPr>
        <p:spPr>
          <a:xfrm>
            <a:off x="1059226" y="4262316"/>
            <a:ext cx="9391524" cy="988332"/>
          </a:xfrm>
        </p:spPr>
        <p:txBody>
          <a:bodyPr rtlCol="0">
            <a:normAutofit/>
          </a:bodyPr>
          <a:lstStyle>
            <a:lvl1pPr>
              <a:defRPr sz="3600">
                <a:solidFill>
                  <a:schemeClr val="bg1"/>
                </a:solidFill>
              </a:defRPr>
            </a:lvl1pPr>
          </a:lstStyle>
          <a:p>
            <a:pPr rtl="0"/>
            <a:r>
              <a:rPr lang="fr-FR" noProof="0"/>
              <a:t>Modifiez le style du titre</a:t>
            </a:r>
          </a:p>
        </p:txBody>
      </p:sp>
      <p:sp>
        <p:nvSpPr>
          <p:cNvPr id="4" name="Espace réservé d’image 3">
            <a:extLst>
              <a:ext uri="{FF2B5EF4-FFF2-40B4-BE49-F238E27FC236}">
                <a16:creationId xmlns:a16="http://schemas.microsoft.com/office/drawing/2014/main" id="{5B084B74-38B3-42C8-B8E4-A0D13B059E92}"/>
              </a:ext>
            </a:extLst>
          </p:cNvPr>
          <p:cNvSpPr>
            <a:spLocks noGrp="1"/>
          </p:cNvSpPr>
          <p:nvPr>
            <p:ph type="pic" sz="quarter" idx="13" hasCustomPrompt="1"/>
          </p:nvPr>
        </p:nvSpPr>
        <p:spPr>
          <a:xfrm>
            <a:off x="441325" y="606425"/>
            <a:ext cx="11304588" cy="3536950"/>
          </a:xfrm>
        </p:spPr>
        <p:txBody>
          <a:bodyPr rtlCol="0"/>
          <a:lstStyle>
            <a:lvl1pPr marL="0" indent="0" algn="ctr">
              <a:buNone/>
              <a:defRPr/>
            </a:lvl1pPr>
          </a:lstStyle>
          <a:p>
            <a:pPr rtl="0"/>
            <a:r>
              <a:rPr lang="fr-FR" noProof="0" dirty="0"/>
              <a:t>Cliquez sur l’icône pour ajouter une image</a:t>
            </a:r>
          </a:p>
        </p:txBody>
      </p:sp>
      <p:sp>
        <p:nvSpPr>
          <p:cNvPr id="3" name="Espace réservé de la date 2">
            <a:extLst>
              <a:ext uri="{FF2B5EF4-FFF2-40B4-BE49-F238E27FC236}">
                <a16:creationId xmlns:a16="http://schemas.microsoft.com/office/drawing/2014/main" id="{75F22525-79A2-451F-9944-47D4183A4515}"/>
              </a:ext>
            </a:extLst>
          </p:cNvPr>
          <p:cNvSpPr>
            <a:spLocks noGrp="1"/>
          </p:cNvSpPr>
          <p:nvPr>
            <p:ph type="dt" sz="half" idx="10"/>
          </p:nvPr>
        </p:nvSpPr>
        <p:spPr>
          <a:xfrm>
            <a:off x="7605951" y="6423914"/>
            <a:ext cx="2844799" cy="365125"/>
          </a:xfrm>
        </p:spPr>
        <p:txBody>
          <a:bodyPr rtlCol="0"/>
          <a:lstStyle/>
          <a:p>
            <a:pPr rtl="0"/>
            <a:fld id="{738977E6-1415-47D4-84D1-0E07276CD8CE}" type="datetime1">
              <a:rPr lang="fr-FR" noProof="0" smtClean="0"/>
              <a:t>09/04/2026</a:t>
            </a:fld>
            <a:endParaRPr lang="fr-FR" noProof="0"/>
          </a:p>
        </p:txBody>
      </p:sp>
      <p:sp>
        <p:nvSpPr>
          <p:cNvPr id="5" name="Espace réservé du numéro de diapositive 4">
            <a:extLst>
              <a:ext uri="{FF2B5EF4-FFF2-40B4-BE49-F238E27FC236}">
                <a16:creationId xmlns:a16="http://schemas.microsoft.com/office/drawing/2014/main" id="{8B9B8C25-AF44-4D9D-A667-69D9A92B1C59}"/>
              </a:ext>
            </a:extLst>
          </p:cNvPr>
          <p:cNvSpPr>
            <a:spLocks noGrp="1"/>
          </p:cNvSpPr>
          <p:nvPr>
            <p:ph type="sldNum" sz="quarter" idx="12"/>
          </p:nvPr>
        </p:nvSpPr>
        <p:spPr>
          <a:xfrm>
            <a:off x="10795363" y="6423914"/>
            <a:ext cx="1052510" cy="365125"/>
          </a:xfrm>
        </p:spPr>
        <p:txBody>
          <a:bodyPr rtlCol="0"/>
          <a:lstStyle/>
          <a:p>
            <a:pPr rtl="0"/>
            <a:fld id="{F603CDE5-C1D8-4EDD-870F-A498BAFA520F}" type="slidenum">
              <a:rPr lang="fr-FR" noProof="0" smtClean="0"/>
              <a:t>‹N°›</a:t>
            </a:fld>
            <a:endParaRPr lang="fr-FR" noProof="0"/>
          </a:p>
        </p:txBody>
      </p:sp>
      <p:sp>
        <p:nvSpPr>
          <p:cNvPr id="6" name="Espace réservé du pied de page 5">
            <a:extLst>
              <a:ext uri="{FF2B5EF4-FFF2-40B4-BE49-F238E27FC236}">
                <a16:creationId xmlns:a16="http://schemas.microsoft.com/office/drawing/2014/main" id="{EFF54790-C8AC-4CF8-8E89-80C5C90F3A17}"/>
              </a:ext>
            </a:extLst>
          </p:cNvPr>
          <p:cNvSpPr>
            <a:spLocks noGrp="1"/>
          </p:cNvSpPr>
          <p:nvPr>
            <p:ph type="ftr" sz="quarter" idx="11"/>
          </p:nvPr>
        </p:nvSpPr>
        <p:spPr>
          <a:xfrm>
            <a:off x="355101" y="6423914"/>
            <a:ext cx="6818262" cy="365125"/>
          </a:xfrm>
        </p:spPr>
        <p:txBody>
          <a:bodyPr rtlCol="0"/>
          <a:lstStyle/>
          <a:p>
            <a:pPr algn="l" rtl="0"/>
            <a:r>
              <a:rPr lang="fr-FR" noProof="0"/>
              <a:t>Guillaume FOVEAU 2026</a:t>
            </a:r>
          </a:p>
        </p:txBody>
      </p:sp>
      <p:sp>
        <p:nvSpPr>
          <p:cNvPr id="7" name="Espace réservé du texte 6">
            <a:extLst>
              <a:ext uri="{FF2B5EF4-FFF2-40B4-BE49-F238E27FC236}">
                <a16:creationId xmlns:a16="http://schemas.microsoft.com/office/drawing/2014/main" id="{85EB5327-3B98-4D40-987B-863866194FFC}"/>
              </a:ext>
            </a:extLst>
          </p:cNvPr>
          <p:cNvSpPr>
            <a:spLocks noGrp="1"/>
          </p:cNvSpPr>
          <p:nvPr>
            <p:ph type="body" sz="quarter" idx="14" hasCustomPrompt="1"/>
          </p:nvPr>
        </p:nvSpPr>
        <p:spPr>
          <a:xfrm>
            <a:off x="1058863" y="5303610"/>
            <a:ext cx="9391888" cy="614363"/>
          </a:xfrm>
        </p:spPr>
        <p:txBody>
          <a:bodyPr rtlCol="0">
            <a:normAutofit/>
          </a:bodyPr>
          <a:lstStyle>
            <a:lvl1pPr marL="0" indent="0">
              <a:buNone/>
              <a:defRPr sz="1600">
                <a:solidFill>
                  <a:schemeClr val="bg2">
                    <a:lumMod val="75000"/>
                  </a:schemeClr>
                </a:solidFill>
              </a:defRPr>
            </a:lvl1pPr>
            <a:lvl2pPr marL="324000" indent="0">
              <a:buNone/>
              <a:defRPr/>
            </a:lvl2pPr>
          </a:lstStyle>
          <a:p>
            <a:pPr lvl="0" rtl="0"/>
            <a:r>
              <a:rPr lang="fr-FR" noProof="0" dirty="0"/>
              <a:t>Modifiez les styles du texte du masque</a:t>
            </a:r>
          </a:p>
        </p:txBody>
      </p:sp>
    </p:spTree>
    <p:extLst>
      <p:ext uri="{BB962C8B-B14F-4D97-AF65-F5344CB8AC3E}">
        <p14:creationId xmlns:p14="http://schemas.microsoft.com/office/powerpoint/2010/main" val="21305299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pPr rtl="0"/>
            <a:r>
              <a:rPr lang="fr-FR" noProof="0"/>
              <a:t>Modifiez le style du titre</a:t>
            </a:r>
          </a:p>
        </p:txBody>
      </p:sp>
      <p:sp>
        <p:nvSpPr>
          <p:cNvPr id="3" name="Espace réservé du texte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rtl="0"/>
            <a:r>
              <a:rPr lang="fr-FR" noProof="0" dirty="0"/>
              <a:t>Modifiez les styles du texte du masque</a:t>
            </a:r>
          </a:p>
          <a:p>
            <a:pPr lvl="1" rtl="0"/>
            <a:r>
              <a:rPr lang="fr-FR" noProof="0" dirty="0"/>
              <a:t>Deuxième niveau</a:t>
            </a:r>
          </a:p>
          <a:p>
            <a:pPr lvl="2" rtl="0"/>
            <a:r>
              <a:rPr lang="fr-FR" noProof="0" dirty="0"/>
              <a:t>Troisième niveau</a:t>
            </a:r>
          </a:p>
          <a:p>
            <a:pPr lvl="3" rtl="0"/>
            <a:r>
              <a:rPr lang="fr-FR" noProof="0" dirty="0"/>
              <a:t>Quatrième niveau</a:t>
            </a:r>
          </a:p>
          <a:p>
            <a:pPr lvl="4" rtl="0"/>
            <a:r>
              <a:rPr lang="fr-FR" noProof="0" dirty="0"/>
              <a:t>Cinquième niveau</a:t>
            </a:r>
          </a:p>
        </p:txBody>
      </p:sp>
      <p:sp>
        <p:nvSpPr>
          <p:cNvPr id="4" name="Espace réservé de la date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accent1"/>
                </a:solidFill>
              </a:defRPr>
            </a:lvl1pPr>
          </a:lstStyle>
          <a:p>
            <a:pPr rtl="0"/>
            <a:fld id="{30C8275D-B49D-4C12-942A-C0278337E47F}" type="datetime1">
              <a:rPr lang="fr-FR" noProof="0" smtClean="0"/>
              <a:t>09/04/2026</a:t>
            </a:fld>
            <a:endParaRPr lang="fr-FR" noProof="0"/>
          </a:p>
        </p:txBody>
      </p:sp>
      <p:sp>
        <p:nvSpPr>
          <p:cNvPr id="5" name="Espace réservé du pied de page 4"/>
          <p:cNvSpPr>
            <a:spLocks noGrp="1"/>
          </p:cNvSpPr>
          <p:nvPr>
            <p:ph type="ftr" sz="quarter" idx="3"/>
          </p:nvPr>
        </p:nvSpPr>
        <p:spPr>
          <a:xfrm>
            <a:off x="484940" y="6423914"/>
            <a:ext cx="6917210" cy="365125"/>
          </a:xfrm>
          <a:prstGeom prst="rect">
            <a:avLst/>
          </a:prstGeom>
        </p:spPr>
        <p:txBody>
          <a:bodyPr vert="horz" lIns="91440" tIns="45720" rIns="91440" bIns="45720" rtlCol="0" anchor="ctr"/>
          <a:lstStyle>
            <a:lvl1pPr algn="l">
              <a:defRPr sz="900" cap="all">
                <a:solidFill>
                  <a:schemeClr val="accent1"/>
                </a:solidFill>
              </a:defRPr>
            </a:lvl1pPr>
          </a:lstStyle>
          <a:p>
            <a:pPr rtl="0"/>
            <a:r>
              <a:rPr lang="fr-FR" noProof="0"/>
              <a:t>Guillaume FOVEAU 2026</a:t>
            </a:r>
          </a:p>
        </p:txBody>
      </p:sp>
      <p:sp>
        <p:nvSpPr>
          <p:cNvPr id="6" name="Espace réservé du numéro de diapositive 5"/>
          <p:cNvSpPr>
            <a:spLocks noGrp="1"/>
          </p:cNvSpPr>
          <p:nvPr>
            <p:ph type="sldNum" sz="quarter" idx="4"/>
          </p:nvPr>
        </p:nvSpPr>
        <p:spPr>
          <a:xfrm>
            <a:off x="10795363" y="6423914"/>
            <a:ext cx="1052510" cy="365125"/>
          </a:xfrm>
          <a:prstGeom prst="rect">
            <a:avLst/>
          </a:prstGeom>
        </p:spPr>
        <p:txBody>
          <a:bodyPr vert="horz" lIns="91440" tIns="45720" rIns="91440" bIns="45720" rtlCol="0" anchor="ctr"/>
          <a:lstStyle>
            <a:lvl1pPr algn="r">
              <a:defRPr sz="900">
                <a:solidFill>
                  <a:schemeClr val="accent1"/>
                </a:solidFill>
              </a:defRPr>
            </a:lvl1pPr>
          </a:lstStyle>
          <a:p>
            <a:pPr rtl="0"/>
            <a:fld id="{3A98EE3D-8CD1-4C3F-BD1C-C98C9596463C}" type="slidenum">
              <a:rPr lang="fr-FR" noProof="0" smtClean="0"/>
              <a:pPr/>
              <a:t>‹N°›</a:t>
            </a:fld>
            <a:endParaRPr lang="fr-FR" noProof="0"/>
          </a:p>
        </p:txBody>
      </p:sp>
      <p:sp>
        <p:nvSpPr>
          <p:cNvPr id="9" name="Rectangle 8"/>
          <p:cNvSpPr/>
          <p:nvPr/>
        </p:nvSpPr>
        <p:spPr>
          <a:xfrm>
            <a:off x="446534" y="455422"/>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0" name="Rectangle 9"/>
          <p:cNvSpPr/>
          <p:nvPr/>
        </p:nvSpPr>
        <p:spPr>
          <a:xfrm>
            <a:off x="8042147" y="456120"/>
            <a:ext cx="3703320" cy="93600"/>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1" name="Rectangle 10"/>
          <p:cNvSpPr/>
          <p:nvPr/>
        </p:nvSpPr>
        <p:spPr>
          <a:xfrm>
            <a:off x="4241830" y="456120"/>
            <a:ext cx="3703320" cy="936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Tree>
    <p:extLst>
      <p:ext uri="{BB962C8B-B14F-4D97-AF65-F5344CB8AC3E}">
        <p14:creationId xmlns:p14="http://schemas.microsoft.com/office/powerpoint/2010/main" val="2093872371"/>
      </p:ext>
    </p:extLst>
  </p:cSld>
  <p:clrMap bg1="lt1" tx1="dk1" bg2="lt2" tx2="dk2" accent1="accent1" accent2="accent2" accent3="accent3" accent4="accent4" accent5="accent5" accent6="accent6" hlink="hlink" folHlink="folHlink"/>
  <p:sldLayoutIdLst>
    <p:sldLayoutId id="2147483714" r:id="rId1"/>
    <p:sldLayoutId id="2147483728" r:id="rId2"/>
    <p:sldLayoutId id="2147483743" r:id="rId3"/>
    <p:sldLayoutId id="2147483726" r:id="rId4"/>
    <p:sldLayoutId id="2147483734" r:id="rId5"/>
    <p:sldLayoutId id="2147483735" r:id="rId6"/>
    <p:sldLayoutId id="2147483736" r:id="rId7"/>
    <p:sldLayoutId id="2147483737" r:id="rId8"/>
    <p:sldLayoutId id="2147483738" r:id="rId9"/>
    <p:sldLayoutId id="2147483740" r:id="rId10"/>
    <p:sldLayoutId id="2147483741" r:id="rId11"/>
    <p:sldLayoutId id="2147483742" r:id="rId12"/>
    <p:sldLayoutId id="2147483739" r:id="rId13"/>
    <p:sldLayoutId id="2147483744" r:id="rId14"/>
  </p:sldLayoutIdLst>
  <p:hf hdr="0" dt="0"/>
  <p:txStyles>
    <p:titleStyle>
      <a:lvl1pPr algn="l" defTabSz="457200" rtl="0" eaLnBrk="1" latinLnBrk="0" hangingPunct="1">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8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6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fr.wikipedia.org/wiki/World_Wide_Web"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10.xml"/><Relationship Id="rId4" Type="http://schemas.openxmlformats.org/officeDocument/2006/relationships/image" Target="../media/image4.jpg"/></Relationships>
</file>

<file path=ppt/slides/_rels/slide1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42D4960A-896E-4F6B-BF65-B4662AC9DE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a:ln>
                <a:noFill/>
              </a:ln>
              <a:solidFill>
                <a:prstClr val="white"/>
              </a:solidFill>
              <a:effectLst>
                <a:outerShdw blurRad="38100" dist="38100" dir="2700000" algn="tl">
                  <a:srgbClr val="000000">
                    <a:alpha val="43137"/>
                  </a:srgbClr>
                </a:outerShdw>
              </a:effectLst>
              <a:uLnTx/>
              <a:uFillTx/>
              <a:latin typeface="Gill Sans MT" panose="020B0502020104020203"/>
              <a:ea typeface="+mn-ea"/>
              <a:cs typeface="+mn-cs"/>
            </a:endParaRPr>
          </a:p>
        </p:txBody>
      </p:sp>
      <p:sp>
        <p:nvSpPr>
          <p:cNvPr id="20" name="Rectangle 19">
            <a:extLst>
              <a:ext uri="{FF2B5EF4-FFF2-40B4-BE49-F238E27FC236}">
                <a16:creationId xmlns:a16="http://schemas.microsoft.com/office/drawing/2014/main" id="{5684944A-8803-462C-84C5-4576C56A77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extLst>
              <p:ext uri="{386F3935-93C4-4BCD-93E2-E3B085C9AB24}">
                <p16:designElem xmlns:p16="http://schemas.microsoft.com/office/powerpoint/2015/main" val="1"/>
              </p:ext>
            </p:extLst>
          </p:nvPr>
        </p:nvSpPr>
        <p:spPr>
          <a:xfrm>
            <a:off x="8119870" y="457199"/>
            <a:ext cx="3618827" cy="482246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2" name="Rectangle 21">
            <a:extLst>
              <a:ext uri="{FF2B5EF4-FFF2-40B4-BE49-F238E27FC236}">
                <a16:creationId xmlns:a16="http://schemas.microsoft.com/office/drawing/2014/main" id="{E07F3B49-8C20-42F5-831D-59306D05F6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extLst>
              <p:ext uri="{386F3935-93C4-4BCD-93E2-E3B085C9AB24}">
                <p16:designElem xmlns:p16="http://schemas.microsoft.com/office/powerpoint/2015/main" val="1"/>
              </p:ext>
            </p:extLst>
          </p:nvPr>
        </p:nvSpPr>
        <p:spPr>
          <a:xfrm>
            <a:off x="8119870" y="5367338"/>
            <a:ext cx="3618828" cy="9895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 name="Titre 1">
            <a:extLst>
              <a:ext uri="{FF2B5EF4-FFF2-40B4-BE49-F238E27FC236}">
                <a16:creationId xmlns:a16="http://schemas.microsoft.com/office/drawing/2014/main" id="{F3AA242D-B507-4381-A8CB-EFA346570379}"/>
              </a:ext>
            </a:extLst>
          </p:cNvPr>
          <p:cNvSpPr>
            <a:spLocks noGrp="1"/>
          </p:cNvSpPr>
          <p:nvPr>
            <p:ph type="ctrTitle"/>
          </p:nvPr>
        </p:nvSpPr>
        <p:spPr>
          <a:xfrm>
            <a:off x="8372723" y="850791"/>
            <a:ext cx="3202016" cy="4198288"/>
          </a:xfrm>
        </p:spPr>
        <p:txBody>
          <a:bodyPr rtlCol="0" anchor="ctr">
            <a:normAutofit/>
          </a:bodyPr>
          <a:lstStyle/>
          <a:p>
            <a:pPr rtl="0"/>
            <a:r>
              <a:rPr lang="fr-FR" dirty="0">
                <a:solidFill>
                  <a:srgbClr val="FFFFFF"/>
                </a:solidFill>
              </a:rPr>
              <a:t>HTML</a:t>
            </a:r>
          </a:p>
        </p:txBody>
      </p:sp>
      <p:sp>
        <p:nvSpPr>
          <p:cNvPr id="3" name="Sous-titre 2">
            <a:extLst>
              <a:ext uri="{FF2B5EF4-FFF2-40B4-BE49-F238E27FC236}">
                <a16:creationId xmlns:a16="http://schemas.microsoft.com/office/drawing/2014/main" id="{A4F4068D-37AE-4B7D-BC75-216B123A6C44}"/>
              </a:ext>
            </a:extLst>
          </p:cNvPr>
          <p:cNvSpPr>
            <a:spLocks noGrp="1"/>
          </p:cNvSpPr>
          <p:nvPr>
            <p:ph type="subTitle" idx="1"/>
          </p:nvPr>
        </p:nvSpPr>
        <p:spPr>
          <a:xfrm>
            <a:off x="8372723" y="5545331"/>
            <a:ext cx="3202016" cy="649222"/>
          </a:xfrm>
          <a:noFill/>
        </p:spPr>
        <p:txBody>
          <a:bodyPr rtlCol="0" anchor="ctr">
            <a:normAutofit/>
          </a:bodyPr>
          <a:lstStyle/>
          <a:p>
            <a:pPr rtl="0"/>
            <a:r>
              <a:rPr lang="fr-FR" sz="1800" dirty="0">
                <a:solidFill>
                  <a:schemeClr val="tx2">
                    <a:lumMod val="25000"/>
                    <a:lumOff val="75000"/>
                    <a:alpha val="75000"/>
                  </a:schemeClr>
                </a:solidFill>
              </a:rPr>
              <a:t>Guillaume FOVEAU 2026</a:t>
            </a:r>
          </a:p>
        </p:txBody>
      </p:sp>
      <p:pic>
        <p:nvPicPr>
          <p:cNvPr id="4" name="Image 3" descr="personnes assemblées autour d'un plan">
            <a:extLst>
              <a:ext uri="{FF2B5EF4-FFF2-40B4-BE49-F238E27FC236}">
                <a16:creationId xmlns:a16="http://schemas.microsoft.com/office/drawing/2014/main" id="{424717DA-0300-4297-B453-65314C5BEA09}"/>
              </a:ext>
            </a:extLst>
          </p:cNvPr>
          <p:cNvPicPr>
            <a:picLocks noChangeAspect="1"/>
          </p:cNvPicPr>
          <p:nvPr/>
        </p:nvPicPr>
        <p:blipFill>
          <a:blip r:embed="rId3"/>
          <a:srcRect/>
          <a:stretch/>
        </p:blipFill>
        <p:spPr>
          <a:xfrm>
            <a:off x="453302" y="458611"/>
            <a:ext cx="7588885" cy="5894002"/>
          </a:xfrm>
          <a:prstGeom prst="rect">
            <a:avLst/>
          </a:prstGeom>
        </p:spPr>
      </p:pic>
    </p:spTree>
    <p:extLst>
      <p:ext uri="{BB962C8B-B14F-4D97-AF65-F5344CB8AC3E}">
        <p14:creationId xmlns:p14="http://schemas.microsoft.com/office/powerpoint/2010/main" val="42097119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D11E0DA9-F80F-4FD2-86AD-FCB7040886B0}"/>
              </a:ext>
            </a:extLst>
          </p:cNvPr>
          <p:cNvSpPr>
            <a:spLocks noGrp="1"/>
          </p:cNvSpPr>
          <p:nvPr>
            <p:ph type="title"/>
          </p:nvPr>
        </p:nvSpPr>
        <p:spPr/>
        <p:txBody>
          <a:bodyPr rtlCol="0"/>
          <a:lstStyle/>
          <a:p>
            <a:pPr rtl="0"/>
            <a:r>
              <a:rPr lang="fr-FR" dirty="0"/>
              <a:t>LE WEB</a:t>
            </a:r>
          </a:p>
        </p:txBody>
      </p:sp>
      <p:sp>
        <p:nvSpPr>
          <p:cNvPr id="5" name="Espace réservé du contenu 4">
            <a:extLst>
              <a:ext uri="{FF2B5EF4-FFF2-40B4-BE49-F238E27FC236}">
                <a16:creationId xmlns:a16="http://schemas.microsoft.com/office/drawing/2014/main" id="{CE60D718-AF05-43B9-B478-C057FE5DF5E0}"/>
              </a:ext>
            </a:extLst>
          </p:cNvPr>
          <p:cNvSpPr>
            <a:spLocks noGrp="1"/>
          </p:cNvSpPr>
          <p:nvPr>
            <p:ph idx="1"/>
          </p:nvPr>
        </p:nvSpPr>
        <p:spPr>
          <a:xfrm>
            <a:off x="581192" y="2180496"/>
            <a:ext cx="11029615" cy="4020137"/>
          </a:xfrm>
        </p:spPr>
        <p:txBody>
          <a:bodyPr numCol="2" spcCol="540000" rtlCol="0">
            <a:noAutofit/>
          </a:bodyPr>
          <a:lstStyle/>
          <a:p>
            <a:r>
              <a:rPr lang="fr-FR" dirty="0"/>
              <a:t>Histoire :</a:t>
            </a:r>
          </a:p>
          <a:p>
            <a:pPr lvl="1"/>
            <a:r>
              <a:rPr lang="fr-FR" dirty="0"/>
              <a:t>Inventé en 1989 au sein du CERN (centre de recherche européen) dans le but de pouvoir échanger des documents et informations entre chercheurs</a:t>
            </a:r>
          </a:p>
          <a:p>
            <a:r>
              <a:rPr lang="fr-FR" dirty="0"/>
              <a:t>Principe :</a:t>
            </a:r>
          </a:p>
          <a:p>
            <a:pPr lvl="1"/>
            <a:r>
              <a:rPr lang="fr-FR" dirty="0"/>
              <a:t>Un </a:t>
            </a:r>
            <a:r>
              <a:rPr lang="fr-FR" b="1" dirty="0"/>
              <a:t>client</a:t>
            </a:r>
            <a:r>
              <a:rPr lang="fr-FR" dirty="0"/>
              <a:t> léger (navigateur) envoie des </a:t>
            </a:r>
            <a:r>
              <a:rPr lang="fr-FR" b="1" dirty="0"/>
              <a:t>requêtes</a:t>
            </a:r>
            <a:r>
              <a:rPr lang="fr-FR" dirty="0"/>
              <a:t> (messages) en respectant le protocole </a:t>
            </a:r>
            <a:r>
              <a:rPr lang="fr-FR" b="1" dirty="0"/>
              <a:t>HTTP</a:t>
            </a:r>
            <a:r>
              <a:rPr lang="fr-FR" dirty="0"/>
              <a:t> à un </a:t>
            </a:r>
            <a:r>
              <a:rPr lang="fr-FR" b="1" dirty="0"/>
              <a:t>serveur</a:t>
            </a:r>
            <a:r>
              <a:rPr lang="fr-FR" dirty="0"/>
              <a:t> qui lui envoie une </a:t>
            </a:r>
            <a:r>
              <a:rPr lang="fr-FR" b="1" dirty="0"/>
              <a:t>réponse</a:t>
            </a:r>
            <a:r>
              <a:rPr lang="fr-FR" dirty="0"/>
              <a:t>.</a:t>
            </a:r>
          </a:p>
          <a:p>
            <a:pPr lvl="1"/>
            <a:r>
              <a:rPr lang="fr-FR" dirty="0"/>
              <a:t>Les requêtes et réponses sont divisés en deux sections :</a:t>
            </a:r>
          </a:p>
          <a:p>
            <a:pPr lvl="2"/>
            <a:r>
              <a:rPr lang="fr-FR" dirty="0"/>
              <a:t>Le </a:t>
            </a:r>
            <a:r>
              <a:rPr lang="fr-FR" b="1" dirty="0"/>
              <a:t>header</a:t>
            </a:r>
            <a:r>
              <a:rPr lang="fr-FR" dirty="0"/>
              <a:t> : contient des informations contextuelles</a:t>
            </a:r>
          </a:p>
          <a:p>
            <a:pPr lvl="2"/>
            <a:r>
              <a:rPr lang="fr-FR" dirty="0"/>
              <a:t>Le </a:t>
            </a:r>
            <a:r>
              <a:rPr lang="fr-FR" b="1" dirty="0"/>
              <a:t>body</a:t>
            </a:r>
            <a:r>
              <a:rPr lang="fr-FR" dirty="0"/>
              <a:t> : contient les informations à échanger</a:t>
            </a:r>
          </a:p>
          <a:p>
            <a:pPr marL="216000" indent="-216000" rtl="0">
              <a:lnSpc>
                <a:spcPct val="90000"/>
              </a:lnSpc>
            </a:pPr>
            <a:r>
              <a:rPr lang="fr-FR" sz="1600" dirty="0"/>
              <a:t>Source </a:t>
            </a:r>
            <a:r>
              <a:rPr lang="fr-FR" sz="1600" dirty="0" err="1"/>
              <a:t>Wikipedia</a:t>
            </a:r>
            <a:r>
              <a:rPr lang="fr-FR" sz="1600" dirty="0"/>
              <a:t> </a:t>
            </a:r>
            <a:r>
              <a:rPr lang="fr-FR" sz="1600" dirty="0">
                <a:hlinkClick r:id="rId3"/>
              </a:rPr>
              <a:t>https://fr.wikipedia.org/wiki/World_Wide_Web</a:t>
            </a:r>
            <a:endParaRPr lang="fr-FR" sz="1600" dirty="0"/>
          </a:p>
        </p:txBody>
      </p:sp>
      <p:sp>
        <p:nvSpPr>
          <p:cNvPr id="6" name="Espace réservé du pied de page 5">
            <a:extLst>
              <a:ext uri="{FF2B5EF4-FFF2-40B4-BE49-F238E27FC236}">
                <a16:creationId xmlns:a16="http://schemas.microsoft.com/office/drawing/2014/main" id="{E458AC06-BBE5-463F-B65E-06AEB3D198DC}"/>
              </a:ext>
            </a:extLst>
          </p:cNvPr>
          <p:cNvSpPr>
            <a:spLocks noGrp="1"/>
          </p:cNvSpPr>
          <p:nvPr>
            <p:ph type="ftr" sz="quarter" idx="11"/>
          </p:nvPr>
        </p:nvSpPr>
        <p:spPr/>
        <p:txBody>
          <a:bodyPr/>
          <a:lstStyle/>
          <a:p>
            <a:pPr algn="l" rtl="0"/>
            <a:r>
              <a:rPr lang="fr-FR" noProof="0"/>
              <a:t>Guillaume FOVEAU 2026</a:t>
            </a:r>
            <a:endParaRPr lang="fr-FR" noProof="0" dirty="0"/>
          </a:p>
        </p:txBody>
      </p:sp>
      <p:sp>
        <p:nvSpPr>
          <p:cNvPr id="7" name="Espace réservé du numéro de diapositive 6">
            <a:extLst>
              <a:ext uri="{FF2B5EF4-FFF2-40B4-BE49-F238E27FC236}">
                <a16:creationId xmlns:a16="http://schemas.microsoft.com/office/drawing/2014/main" id="{7EF7D016-5018-4FAF-9BC9-EB8A77294C6E}"/>
              </a:ext>
            </a:extLst>
          </p:cNvPr>
          <p:cNvSpPr>
            <a:spLocks noGrp="1"/>
          </p:cNvSpPr>
          <p:nvPr>
            <p:ph type="sldNum" sz="quarter" idx="12"/>
          </p:nvPr>
        </p:nvSpPr>
        <p:spPr/>
        <p:txBody>
          <a:bodyPr/>
          <a:lstStyle/>
          <a:p>
            <a:pPr rtl="0"/>
            <a:fld id="{3A98EE3D-8CD1-4C3F-BD1C-C98C9596463C}" type="slidenum">
              <a:rPr lang="fr-FR" noProof="0" smtClean="0"/>
              <a:t>2</a:t>
            </a:fld>
            <a:endParaRPr lang="fr-FR" noProof="0"/>
          </a:p>
        </p:txBody>
      </p:sp>
    </p:spTree>
    <p:extLst>
      <p:ext uri="{BB962C8B-B14F-4D97-AF65-F5344CB8AC3E}">
        <p14:creationId xmlns:p14="http://schemas.microsoft.com/office/powerpoint/2010/main" val="34091592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BFB2F8-F8B2-9F8A-AA7C-82AC9AADC9AB}"/>
            </a:ext>
          </a:extLst>
        </p:cNvPr>
        <p:cNvGrpSpPr/>
        <p:nvPr/>
      </p:nvGrpSpPr>
      <p:grpSpPr>
        <a:xfrm>
          <a:off x="0" y="0"/>
          <a:ext cx="0" cy="0"/>
          <a:chOff x="0" y="0"/>
          <a:chExt cx="0" cy="0"/>
        </a:xfrm>
      </p:grpSpPr>
      <p:sp>
        <p:nvSpPr>
          <p:cNvPr id="4" name="Titre 3">
            <a:extLst>
              <a:ext uri="{FF2B5EF4-FFF2-40B4-BE49-F238E27FC236}">
                <a16:creationId xmlns:a16="http://schemas.microsoft.com/office/drawing/2014/main" id="{40022CC5-5A3A-1D1D-A138-79DBDC32ECA4}"/>
              </a:ext>
            </a:extLst>
          </p:cNvPr>
          <p:cNvSpPr>
            <a:spLocks noGrp="1"/>
          </p:cNvSpPr>
          <p:nvPr>
            <p:ph type="title"/>
          </p:nvPr>
        </p:nvSpPr>
        <p:spPr/>
        <p:txBody>
          <a:bodyPr rtlCol="0"/>
          <a:lstStyle/>
          <a:p>
            <a:pPr rtl="0"/>
            <a:r>
              <a:rPr lang="fr-FR" dirty="0"/>
              <a:t>LE WEB</a:t>
            </a:r>
          </a:p>
        </p:txBody>
      </p:sp>
      <p:sp>
        <p:nvSpPr>
          <p:cNvPr id="6" name="Espace réservé du pied de page 5">
            <a:extLst>
              <a:ext uri="{FF2B5EF4-FFF2-40B4-BE49-F238E27FC236}">
                <a16:creationId xmlns:a16="http://schemas.microsoft.com/office/drawing/2014/main" id="{90012AA4-FE33-D6E1-9434-0651F4DE80EA}"/>
              </a:ext>
            </a:extLst>
          </p:cNvPr>
          <p:cNvSpPr>
            <a:spLocks noGrp="1"/>
          </p:cNvSpPr>
          <p:nvPr>
            <p:ph type="ftr" sz="quarter" idx="11"/>
          </p:nvPr>
        </p:nvSpPr>
        <p:spPr/>
        <p:txBody>
          <a:bodyPr/>
          <a:lstStyle/>
          <a:p>
            <a:pPr algn="l" rtl="0"/>
            <a:r>
              <a:rPr lang="fr-FR" noProof="0"/>
              <a:t>Guillaume FOVEAU 2026</a:t>
            </a:r>
            <a:endParaRPr lang="fr-FR" noProof="0" dirty="0"/>
          </a:p>
        </p:txBody>
      </p:sp>
      <p:sp>
        <p:nvSpPr>
          <p:cNvPr id="7" name="Espace réservé du numéro de diapositive 6">
            <a:extLst>
              <a:ext uri="{FF2B5EF4-FFF2-40B4-BE49-F238E27FC236}">
                <a16:creationId xmlns:a16="http://schemas.microsoft.com/office/drawing/2014/main" id="{F0D10CCB-6F68-0B8B-154C-E7EA77494DAE}"/>
              </a:ext>
            </a:extLst>
          </p:cNvPr>
          <p:cNvSpPr>
            <a:spLocks noGrp="1"/>
          </p:cNvSpPr>
          <p:nvPr>
            <p:ph type="sldNum" sz="quarter" idx="12"/>
          </p:nvPr>
        </p:nvSpPr>
        <p:spPr/>
        <p:txBody>
          <a:bodyPr/>
          <a:lstStyle/>
          <a:p>
            <a:pPr rtl="0"/>
            <a:fld id="{3A98EE3D-8CD1-4C3F-BD1C-C98C9596463C}" type="slidenum">
              <a:rPr lang="fr-FR" noProof="0" smtClean="0"/>
              <a:t>3</a:t>
            </a:fld>
            <a:endParaRPr lang="fr-FR" noProof="0"/>
          </a:p>
        </p:txBody>
      </p:sp>
      <p:sp>
        <p:nvSpPr>
          <p:cNvPr id="2" name="Rectangle 1">
            <a:extLst>
              <a:ext uri="{FF2B5EF4-FFF2-40B4-BE49-F238E27FC236}">
                <a16:creationId xmlns:a16="http://schemas.microsoft.com/office/drawing/2014/main" id="{2510C3EE-3EFE-3B07-4288-00A9D5A1F309}"/>
              </a:ext>
            </a:extLst>
          </p:cNvPr>
          <p:cNvSpPr/>
          <p:nvPr/>
        </p:nvSpPr>
        <p:spPr>
          <a:xfrm>
            <a:off x="908258" y="3256811"/>
            <a:ext cx="2327287" cy="13106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Navigateur</a:t>
            </a:r>
          </a:p>
          <a:p>
            <a:pPr algn="ctr"/>
            <a:r>
              <a:rPr lang="fr-FR" dirty="0"/>
              <a:t> de l’utilisateur</a:t>
            </a:r>
          </a:p>
        </p:txBody>
      </p:sp>
      <p:sp>
        <p:nvSpPr>
          <p:cNvPr id="3" name="Rectangle 2">
            <a:extLst>
              <a:ext uri="{FF2B5EF4-FFF2-40B4-BE49-F238E27FC236}">
                <a16:creationId xmlns:a16="http://schemas.microsoft.com/office/drawing/2014/main" id="{9FB446E9-79F6-9D26-A857-C851E41E67D2}"/>
              </a:ext>
            </a:extLst>
          </p:cNvPr>
          <p:cNvSpPr/>
          <p:nvPr/>
        </p:nvSpPr>
        <p:spPr>
          <a:xfrm>
            <a:off x="8543498" y="3256811"/>
            <a:ext cx="3017521" cy="13106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Serveur</a:t>
            </a:r>
          </a:p>
        </p:txBody>
      </p:sp>
      <p:cxnSp>
        <p:nvCxnSpPr>
          <p:cNvPr id="8" name="Connecteur droit avec flèche 7">
            <a:extLst>
              <a:ext uri="{FF2B5EF4-FFF2-40B4-BE49-F238E27FC236}">
                <a16:creationId xmlns:a16="http://schemas.microsoft.com/office/drawing/2014/main" id="{8CA09AB8-66DA-7ABE-93B0-BC7491810C0D}"/>
              </a:ext>
            </a:extLst>
          </p:cNvPr>
          <p:cNvCxnSpPr/>
          <p:nvPr/>
        </p:nvCxnSpPr>
        <p:spPr>
          <a:xfrm flipV="1">
            <a:off x="3361899" y="3439691"/>
            <a:ext cx="5181600" cy="1524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9" name="Connecteur droit avec flèche 8">
            <a:extLst>
              <a:ext uri="{FF2B5EF4-FFF2-40B4-BE49-F238E27FC236}">
                <a16:creationId xmlns:a16="http://schemas.microsoft.com/office/drawing/2014/main" id="{26E71581-4431-2A99-CF60-03CA0653CC6E}"/>
              </a:ext>
            </a:extLst>
          </p:cNvPr>
          <p:cNvCxnSpPr/>
          <p:nvPr/>
        </p:nvCxnSpPr>
        <p:spPr>
          <a:xfrm flipV="1">
            <a:off x="3453339" y="4322840"/>
            <a:ext cx="4876800" cy="31251"/>
          </a:xfrm>
          <a:prstGeom prst="straightConnector1">
            <a:avLst/>
          </a:prstGeom>
          <a:ln w="38100">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0" name="ZoneTexte 9">
            <a:extLst>
              <a:ext uri="{FF2B5EF4-FFF2-40B4-BE49-F238E27FC236}">
                <a16:creationId xmlns:a16="http://schemas.microsoft.com/office/drawing/2014/main" id="{39433FD5-308A-184B-B465-39479F788AE5}"/>
              </a:ext>
            </a:extLst>
          </p:cNvPr>
          <p:cNvSpPr txBox="1"/>
          <p:nvPr/>
        </p:nvSpPr>
        <p:spPr>
          <a:xfrm>
            <a:off x="1371347" y="2067858"/>
            <a:ext cx="2564753" cy="923330"/>
          </a:xfrm>
          <a:prstGeom prst="rect">
            <a:avLst/>
          </a:prstGeom>
          <a:noFill/>
        </p:spPr>
        <p:txBody>
          <a:bodyPr wrap="square" rtlCol="0">
            <a:spAutoFit/>
          </a:bodyPr>
          <a:lstStyle/>
          <a:p>
            <a:r>
              <a:rPr lang="fr-FR" dirty="0"/>
              <a:t>1 </a:t>
            </a:r>
            <a:r>
              <a:rPr lang="mr-IN" dirty="0"/>
              <a:t>–</a:t>
            </a:r>
            <a:r>
              <a:rPr lang="fr-FR" dirty="0"/>
              <a:t> Le navigateur envoi une requête HTTP</a:t>
            </a:r>
          </a:p>
        </p:txBody>
      </p:sp>
      <p:sp>
        <p:nvSpPr>
          <p:cNvPr id="11" name="Rectangle 10">
            <a:extLst>
              <a:ext uri="{FF2B5EF4-FFF2-40B4-BE49-F238E27FC236}">
                <a16:creationId xmlns:a16="http://schemas.microsoft.com/office/drawing/2014/main" id="{5331EA8C-F3BB-6D71-CC80-C2EF1EC13DB9}"/>
              </a:ext>
            </a:extLst>
          </p:cNvPr>
          <p:cNvSpPr/>
          <p:nvPr/>
        </p:nvSpPr>
        <p:spPr>
          <a:xfrm>
            <a:off x="2071901" y="5015954"/>
            <a:ext cx="2804160" cy="15902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i="1" u="sng" dirty="0"/>
              <a:t>Réponse HTTP 200 OK</a:t>
            </a:r>
          </a:p>
          <a:p>
            <a:pPr algn="ctr"/>
            <a:endParaRPr lang="fr-FR" dirty="0"/>
          </a:p>
          <a:p>
            <a:pPr algn="ctr"/>
            <a:r>
              <a:rPr lang="fr-FR" dirty="0"/>
              <a:t>&lt;HTML&gt;</a:t>
            </a:r>
          </a:p>
          <a:p>
            <a:pPr algn="ctr"/>
            <a:r>
              <a:rPr lang="fr-FR" dirty="0"/>
              <a:t>Hello World</a:t>
            </a:r>
          </a:p>
          <a:p>
            <a:pPr algn="ctr"/>
            <a:r>
              <a:rPr lang="fr-FR" dirty="0"/>
              <a:t>&lt;/HTML&gt;</a:t>
            </a:r>
          </a:p>
        </p:txBody>
      </p:sp>
      <p:sp>
        <p:nvSpPr>
          <p:cNvPr id="12" name="Rectangle 11">
            <a:extLst>
              <a:ext uri="{FF2B5EF4-FFF2-40B4-BE49-F238E27FC236}">
                <a16:creationId xmlns:a16="http://schemas.microsoft.com/office/drawing/2014/main" id="{DABBECAE-5E12-9261-D6FC-44A19B1DB624}"/>
              </a:ext>
            </a:extLst>
          </p:cNvPr>
          <p:cNvSpPr/>
          <p:nvPr/>
        </p:nvSpPr>
        <p:spPr>
          <a:xfrm>
            <a:off x="3936100" y="2090951"/>
            <a:ext cx="2758441" cy="9144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i="1" u="sng" dirty="0"/>
              <a:t>Requête HTTP</a:t>
            </a:r>
          </a:p>
          <a:p>
            <a:pPr algn="ctr"/>
            <a:endParaRPr lang="fr-FR" dirty="0"/>
          </a:p>
          <a:p>
            <a:pPr algn="ctr"/>
            <a:r>
              <a:rPr lang="fr-FR" dirty="0"/>
              <a:t>/GET </a:t>
            </a:r>
            <a:r>
              <a:rPr lang="fr-FR" dirty="0" err="1"/>
              <a:t>index.html</a:t>
            </a:r>
            <a:endParaRPr lang="fr-FR" dirty="0"/>
          </a:p>
        </p:txBody>
      </p:sp>
      <p:sp>
        <p:nvSpPr>
          <p:cNvPr id="13" name="Rectangle 12">
            <a:extLst>
              <a:ext uri="{FF2B5EF4-FFF2-40B4-BE49-F238E27FC236}">
                <a16:creationId xmlns:a16="http://schemas.microsoft.com/office/drawing/2014/main" id="{E89C86FD-19E2-E3F7-9CBA-9D878330EFBB}"/>
              </a:ext>
            </a:extLst>
          </p:cNvPr>
          <p:cNvSpPr/>
          <p:nvPr/>
        </p:nvSpPr>
        <p:spPr>
          <a:xfrm>
            <a:off x="8543498" y="5015954"/>
            <a:ext cx="3124958" cy="1362677"/>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i="1" u="sng" dirty="0"/>
              <a:t>Fichier </a:t>
            </a:r>
            <a:r>
              <a:rPr lang="fr-FR" b="1" i="1" u="sng" dirty="0" err="1"/>
              <a:t>index.html</a:t>
            </a:r>
            <a:endParaRPr lang="fr-FR" b="1" i="1" u="sng" dirty="0"/>
          </a:p>
          <a:p>
            <a:pPr algn="ctr"/>
            <a:r>
              <a:rPr lang="fr-FR" dirty="0"/>
              <a:t>&lt;HTML&gt;</a:t>
            </a:r>
          </a:p>
          <a:p>
            <a:pPr algn="ctr"/>
            <a:r>
              <a:rPr lang="fr-FR" dirty="0"/>
              <a:t>Hello World</a:t>
            </a:r>
          </a:p>
          <a:p>
            <a:pPr algn="ctr"/>
            <a:r>
              <a:rPr lang="fr-FR" dirty="0"/>
              <a:t>&lt;/HTML&gt;</a:t>
            </a:r>
          </a:p>
        </p:txBody>
      </p:sp>
      <p:sp>
        <p:nvSpPr>
          <p:cNvPr id="14" name="ZoneTexte 13">
            <a:extLst>
              <a:ext uri="{FF2B5EF4-FFF2-40B4-BE49-F238E27FC236}">
                <a16:creationId xmlns:a16="http://schemas.microsoft.com/office/drawing/2014/main" id="{085B1CBF-2AAF-7F50-F304-5EE5F1FCCF96}"/>
              </a:ext>
            </a:extLst>
          </p:cNvPr>
          <p:cNvSpPr txBox="1"/>
          <p:nvPr/>
        </p:nvSpPr>
        <p:spPr>
          <a:xfrm>
            <a:off x="7808169" y="2082021"/>
            <a:ext cx="2902249" cy="923330"/>
          </a:xfrm>
          <a:prstGeom prst="rect">
            <a:avLst/>
          </a:prstGeom>
          <a:noFill/>
        </p:spPr>
        <p:txBody>
          <a:bodyPr wrap="square" rtlCol="0">
            <a:spAutoFit/>
          </a:bodyPr>
          <a:lstStyle/>
          <a:p>
            <a:r>
              <a:rPr lang="fr-FR" dirty="0"/>
              <a:t>2 </a:t>
            </a:r>
            <a:r>
              <a:rPr lang="mr-IN" dirty="0"/>
              <a:t>–</a:t>
            </a:r>
            <a:r>
              <a:rPr lang="fr-FR" dirty="0"/>
              <a:t> Le serveur HTTP reçoit la requête et l’analyse </a:t>
            </a:r>
          </a:p>
        </p:txBody>
      </p:sp>
      <p:sp>
        <p:nvSpPr>
          <p:cNvPr id="15" name="ZoneTexte 14">
            <a:extLst>
              <a:ext uri="{FF2B5EF4-FFF2-40B4-BE49-F238E27FC236}">
                <a16:creationId xmlns:a16="http://schemas.microsoft.com/office/drawing/2014/main" id="{7AB8F9B9-C647-F9CC-52B6-E69EC9626714}"/>
              </a:ext>
            </a:extLst>
          </p:cNvPr>
          <p:cNvSpPr txBox="1"/>
          <p:nvPr/>
        </p:nvSpPr>
        <p:spPr>
          <a:xfrm>
            <a:off x="5250588" y="4491251"/>
            <a:ext cx="3247191" cy="646331"/>
          </a:xfrm>
          <a:prstGeom prst="rect">
            <a:avLst/>
          </a:prstGeom>
          <a:noFill/>
        </p:spPr>
        <p:txBody>
          <a:bodyPr wrap="square" rtlCol="0">
            <a:spAutoFit/>
          </a:bodyPr>
          <a:lstStyle/>
          <a:p>
            <a:r>
              <a:rPr lang="fr-FR" dirty="0"/>
              <a:t>3 </a:t>
            </a:r>
            <a:r>
              <a:rPr lang="mr-IN" dirty="0"/>
              <a:t>–</a:t>
            </a:r>
            <a:r>
              <a:rPr lang="fr-FR" dirty="0"/>
              <a:t> Le serveur HTTP envoie la réponse demandée</a:t>
            </a:r>
          </a:p>
        </p:txBody>
      </p:sp>
    </p:spTree>
    <p:extLst>
      <p:ext uri="{BB962C8B-B14F-4D97-AF65-F5344CB8AC3E}">
        <p14:creationId xmlns:p14="http://schemas.microsoft.com/office/powerpoint/2010/main" val="17122602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 name="Rectangle 58">
            <a:extLst>
              <a:ext uri="{FF2B5EF4-FFF2-40B4-BE49-F238E27FC236}">
                <a16:creationId xmlns:a16="http://schemas.microsoft.com/office/drawing/2014/main" id="{E6C8E6EB-4C59-429B-97E4-72A058CFC4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61" name="Rectangle 60">
            <a:extLst>
              <a:ext uri="{FF2B5EF4-FFF2-40B4-BE49-F238E27FC236}">
                <a16:creationId xmlns:a16="http://schemas.microsoft.com/office/drawing/2014/main" id="{B5B90362-AFCC-46A9-B41C-A257A8C5B3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63" name="Rectangle 62">
            <a:extLst>
              <a:ext uri="{FF2B5EF4-FFF2-40B4-BE49-F238E27FC236}">
                <a16:creationId xmlns:a16="http://schemas.microsoft.com/office/drawing/2014/main" id="{F71EF7F1-38BA-471D-8CD4-2A9AE8E3552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65" name="Rectangle 64">
            <a:extLst>
              <a:ext uri="{FF2B5EF4-FFF2-40B4-BE49-F238E27FC236}">
                <a16:creationId xmlns:a16="http://schemas.microsoft.com/office/drawing/2014/main" id="{3CED7894-4F62-4A6C-8DB5-DB5BE08E9C0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 name="Titre 1">
            <a:extLst>
              <a:ext uri="{FF2B5EF4-FFF2-40B4-BE49-F238E27FC236}">
                <a16:creationId xmlns:a16="http://schemas.microsoft.com/office/drawing/2014/main" id="{87071E00-ABE1-44FD-92BD-2769C2C9C727}"/>
              </a:ext>
            </a:extLst>
          </p:cNvPr>
          <p:cNvSpPr>
            <a:spLocks noGrp="1"/>
          </p:cNvSpPr>
          <p:nvPr>
            <p:ph type="title"/>
          </p:nvPr>
        </p:nvSpPr>
        <p:spPr>
          <a:xfrm>
            <a:off x="513654" y="702156"/>
            <a:ext cx="3516985" cy="1058405"/>
          </a:xfrm>
        </p:spPr>
        <p:txBody>
          <a:bodyPr vert="horz" lIns="91440" tIns="45720" rIns="91440" bIns="45720" rtlCol="0" anchor="b">
            <a:normAutofit/>
          </a:bodyPr>
          <a:lstStyle/>
          <a:p>
            <a:pPr rtl="0"/>
            <a:r>
              <a:rPr lang="fr-FR" dirty="0">
                <a:solidFill>
                  <a:schemeClr val="accent1">
                    <a:lumMod val="75000"/>
                  </a:schemeClr>
                </a:solidFill>
              </a:rPr>
              <a:t>Exemple Site 1 </a:t>
            </a:r>
          </a:p>
        </p:txBody>
      </p:sp>
      <p:sp>
        <p:nvSpPr>
          <p:cNvPr id="67" name="Rectangle 66">
            <a:extLst>
              <a:ext uri="{FF2B5EF4-FFF2-40B4-BE49-F238E27FC236}">
                <a16:creationId xmlns:a16="http://schemas.microsoft.com/office/drawing/2014/main" id="{E536F3B4-50F6-4C52-8F76-4EB1214719D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38620" y="457200"/>
            <a:ext cx="3511233" cy="9143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3" name="Espace réservé du contenu 2">
            <a:extLst>
              <a:ext uri="{FF2B5EF4-FFF2-40B4-BE49-F238E27FC236}">
                <a16:creationId xmlns:a16="http://schemas.microsoft.com/office/drawing/2014/main" id="{6A7BD30D-629F-49D4-AE04-2D99B365E4B8}"/>
              </a:ext>
            </a:extLst>
          </p:cNvPr>
          <p:cNvSpPr>
            <a:spLocks noGrp="1" noRot="1" noMove="1" noResize="1" noEditPoints="1" noAdjustHandles="1" noChangeArrowheads="1" noChangeShapeType="1"/>
          </p:cNvSpPr>
          <p:nvPr>
            <p:ph sz="half" idx="4294967295"/>
          </p:nvPr>
        </p:nvSpPr>
        <p:spPr>
          <a:xfrm>
            <a:off x="541282" y="1796715"/>
            <a:ext cx="3568661" cy="1996909"/>
          </a:xfrm>
        </p:spPr>
        <p:txBody>
          <a:bodyPr vert="horz" lIns="91440" tIns="45720" rIns="91440" bIns="45720" rtlCol="0" anchor="ctr">
            <a:normAutofit fontScale="85000" lnSpcReduction="20000"/>
          </a:bodyPr>
          <a:lstStyle/>
          <a:p>
            <a:pPr marL="0" indent="0" rtl="0">
              <a:buNone/>
            </a:pPr>
            <a:r>
              <a:rPr lang="fr-FR" sz="1600" dirty="0"/>
              <a:t>Nous aborderons ces techniques :</a:t>
            </a:r>
          </a:p>
          <a:p>
            <a:pPr marL="216000" indent="-216000" rtl="0"/>
            <a:r>
              <a:rPr lang="fr-FR" sz="1600" dirty="0"/>
              <a:t>Création Body</a:t>
            </a:r>
          </a:p>
          <a:p>
            <a:pPr marL="216000" indent="-216000" rtl="0"/>
            <a:r>
              <a:rPr lang="fr-FR" sz="1600" dirty="0"/>
              <a:t>Création Tableau</a:t>
            </a:r>
          </a:p>
          <a:p>
            <a:pPr marL="216000" indent="-216000" rtl="0"/>
            <a:r>
              <a:rPr lang="fr-FR" sz="1600" dirty="0"/>
              <a:t>Création Formulaire</a:t>
            </a:r>
          </a:p>
          <a:p>
            <a:pPr marL="216000" indent="-216000" rtl="0"/>
            <a:r>
              <a:rPr lang="fr-FR" sz="1600" dirty="0"/>
              <a:t>Lecture d’une page complète</a:t>
            </a:r>
          </a:p>
          <a:p>
            <a:pPr marL="216000" indent="-216000" rtl="0"/>
            <a:r>
              <a:rPr lang="fr-FR" sz="1600" dirty="0"/>
              <a:t>Présentation outils de débogage de Chrome</a:t>
            </a:r>
          </a:p>
          <a:p>
            <a:pPr marL="0" indent="0" rtl="0">
              <a:buNone/>
            </a:pPr>
            <a:endParaRPr lang="fr-FR" sz="1600" dirty="0"/>
          </a:p>
        </p:txBody>
      </p:sp>
      <p:pic>
        <p:nvPicPr>
          <p:cNvPr id="6" name="Espace réservé du contenu 5" descr="femmes travaillant ensemble&#10;">
            <a:extLst>
              <a:ext uri="{FF2B5EF4-FFF2-40B4-BE49-F238E27FC236}">
                <a16:creationId xmlns:a16="http://schemas.microsoft.com/office/drawing/2014/main" id="{BF79C0FC-6A53-48FD-A2FB-DC1F7E6C6B69}"/>
              </a:ext>
            </a:extLst>
          </p:cNvPr>
          <p:cNvPicPr>
            <a:picLocks noGrp="1" noRot="1" noChangeAspect="1" noMove="1" noResize="1" noEditPoints="1" noAdjustHandles="1" noChangeArrowheads="1" noChangeShapeType="1" noCrop="1"/>
          </p:cNvPicPr>
          <p:nvPr>
            <p:ph sz="half" idx="4294967295"/>
          </p:nvPr>
        </p:nvPicPr>
        <p:blipFill>
          <a:blip r:embed="rId3"/>
          <a:srcRect/>
          <a:stretch/>
        </p:blipFill>
        <p:spPr>
          <a:xfrm>
            <a:off x="4656010" y="0"/>
            <a:ext cx="7534275" cy="6858000"/>
          </a:xfrm>
          <a:prstGeom prst="rect">
            <a:avLst/>
          </a:prstGeom>
        </p:spPr>
      </p:pic>
      <p:sp>
        <p:nvSpPr>
          <p:cNvPr id="7" name="Espace réservé du pied de page 6">
            <a:extLst>
              <a:ext uri="{FF2B5EF4-FFF2-40B4-BE49-F238E27FC236}">
                <a16:creationId xmlns:a16="http://schemas.microsoft.com/office/drawing/2014/main" id="{07D91225-790F-4C13-A8A5-F2C3F67C8055}"/>
              </a:ext>
            </a:extLst>
          </p:cNvPr>
          <p:cNvSpPr>
            <a:spLocks noGrp="1"/>
          </p:cNvSpPr>
          <p:nvPr>
            <p:ph type="ftr" sz="quarter" idx="11"/>
          </p:nvPr>
        </p:nvSpPr>
        <p:spPr/>
        <p:txBody>
          <a:bodyPr/>
          <a:lstStyle/>
          <a:p>
            <a:pPr algn="l" rtl="0"/>
            <a:r>
              <a:rPr lang="fr-FR"/>
              <a:t>Guillaume FOVEAU 2026</a:t>
            </a:r>
            <a:endParaRPr lang="fr" dirty="0"/>
          </a:p>
        </p:txBody>
      </p:sp>
      <p:sp>
        <p:nvSpPr>
          <p:cNvPr id="8" name="Espace réservé du numéro de diapositive 7">
            <a:extLst>
              <a:ext uri="{FF2B5EF4-FFF2-40B4-BE49-F238E27FC236}">
                <a16:creationId xmlns:a16="http://schemas.microsoft.com/office/drawing/2014/main" id="{315A15AC-D6F8-4815-95AC-BE31E2458FE3}"/>
              </a:ext>
            </a:extLst>
          </p:cNvPr>
          <p:cNvSpPr>
            <a:spLocks noGrp="1"/>
          </p:cNvSpPr>
          <p:nvPr>
            <p:ph type="sldNum" sz="quarter" idx="12"/>
          </p:nvPr>
        </p:nvSpPr>
        <p:spPr/>
        <p:txBody>
          <a:bodyPr/>
          <a:lstStyle/>
          <a:p>
            <a:pPr rtl="0"/>
            <a:fld id="{3A98EE3D-8CD1-4C3F-BD1C-C98C9596463C}" type="slidenum">
              <a:rPr lang="en-US" smtClean="0"/>
              <a:t>4</a:t>
            </a:fld>
            <a:endParaRPr lang="en-US" dirty="0"/>
          </a:p>
        </p:txBody>
      </p:sp>
    </p:spTree>
    <p:extLst>
      <p:ext uri="{BB962C8B-B14F-4D97-AF65-F5344CB8AC3E}">
        <p14:creationId xmlns:p14="http://schemas.microsoft.com/office/powerpoint/2010/main" val="1789873386"/>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FDBDF0BE-BA5D-5185-E134-B07833033B04}"/>
              </a:ext>
            </a:extLst>
          </p:cNvPr>
          <p:cNvSpPr>
            <a:spLocks noGrp="1"/>
          </p:cNvSpPr>
          <p:nvPr>
            <p:ph type="sldNum" sz="quarter" idx="12"/>
          </p:nvPr>
        </p:nvSpPr>
        <p:spPr/>
        <p:txBody>
          <a:bodyPr/>
          <a:lstStyle/>
          <a:p>
            <a:pPr rtl="0"/>
            <a:fld id="{3A98EE3D-8CD1-4C3F-BD1C-C98C9596463C}" type="slidenum">
              <a:rPr lang="fr-FR" noProof="0" smtClean="0"/>
              <a:t>5</a:t>
            </a:fld>
            <a:endParaRPr lang="fr-FR" noProof="0"/>
          </a:p>
        </p:txBody>
      </p:sp>
      <p:sp>
        <p:nvSpPr>
          <p:cNvPr id="3" name="Espace réservé du pied de page 2">
            <a:extLst>
              <a:ext uri="{FF2B5EF4-FFF2-40B4-BE49-F238E27FC236}">
                <a16:creationId xmlns:a16="http://schemas.microsoft.com/office/drawing/2014/main" id="{5E2B6CC1-503D-6D7E-FBCF-D9A646659B70}"/>
              </a:ext>
            </a:extLst>
          </p:cNvPr>
          <p:cNvSpPr>
            <a:spLocks noGrp="1"/>
          </p:cNvSpPr>
          <p:nvPr>
            <p:ph type="ftr" sz="quarter" idx="11"/>
          </p:nvPr>
        </p:nvSpPr>
        <p:spPr/>
        <p:txBody>
          <a:bodyPr/>
          <a:lstStyle/>
          <a:p>
            <a:pPr algn="l" rtl="0"/>
            <a:r>
              <a:rPr lang="fr-FR" noProof="0"/>
              <a:t>Guillaume FOVEAU 2026</a:t>
            </a:r>
            <a:endParaRPr lang="fr-FR" noProof="0" dirty="0"/>
          </a:p>
        </p:txBody>
      </p:sp>
      <p:sp>
        <p:nvSpPr>
          <p:cNvPr id="4" name="Titre 3">
            <a:extLst>
              <a:ext uri="{FF2B5EF4-FFF2-40B4-BE49-F238E27FC236}">
                <a16:creationId xmlns:a16="http://schemas.microsoft.com/office/drawing/2014/main" id="{97156D9E-F5B4-EEBF-B11B-D28B92804F92}"/>
              </a:ext>
            </a:extLst>
          </p:cNvPr>
          <p:cNvSpPr>
            <a:spLocks noGrp="1"/>
          </p:cNvSpPr>
          <p:nvPr>
            <p:ph type="title"/>
          </p:nvPr>
        </p:nvSpPr>
        <p:spPr/>
        <p:txBody>
          <a:bodyPr/>
          <a:lstStyle/>
          <a:p>
            <a:r>
              <a:rPr lang="fr-FR" dirty="0"/>
              <a:t>Les balises HTML</a:t>
            </a:r>
          </a:p>
        </p:txBody>
      </p:sp>
      <p:sp>
        <p:nvSpPr>
          <p:cNvPr id="6" name="Rectangle 1">
            <a:extLst>
              <a:ext uri="{FF2B5EF4-FFF2-40B4-BE49-F238E27FC236}">
                <a16:creationId xmlns:a16="http://schemas.microsoft.com/office/drawing/2014/main" id="{7E94FE57-B792-0D04-29B2-CCEBCDDAAFAE}"/>
              </a:ext>
            </a:extLst>
          </p:cNvPr>
          <p:cNvSpPr>
            <a:spLocks noGrp="1" noChangeArrowheads="1"/>
          </p:cNvSpPr>
          <p:nvPr>
            <p:ph idx="1"/>
          </p:nvPr>
        </p:nvSpPr>
        <p:spPr bwMode="auto">
          <a:xfrm>
            <a:off x="581192" y="2342007"/>
            <a:ext cx="11101292" cy="335528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8375" rIns="0" bIns="198375"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fr-FR" altLang="fr-FR" b="1" i="0" u="none" strike="noStrike" cap="none" normalizeH="0" baseline="0" dirty="0">
                <a:ln>
                  <a:noFill/>
                </a:ln>
                <a:solidFill>
                  <a:srgbClr val="0D0D0D"/>
                </a:solidFill>
                <a:effectLst/>
                <a:latin typeface="Söhne Mono"/>
              </a:rPr>
              <a:t>&lt;!DOCTYPE&gt;</a:t>
            </a:r>
            <a:r>
              <a:rPr kumimoji="0" lang="fr-FR" altLang="fr-FR" sz="1200" b="0" i="0" u="none" strike="noStrike" cap="none" normalizeH="0" baseline="0" dirty="0">
                <a:ln>
                  <a:noFill/>
                </a:ln>
                <a:solidFill>
                  <a:srgbClr val="0D0D0D"/>
                </a:solidFill>
                <a:effectLst/>
                <a:latin typeface="Söhne"/>
              </a:rPr>
              <a:t> : Déclare le type de document et la version de HTML utilisée, essentiel pour assurer une bonne interprétation de la page par le navigateur.</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fr-FR" altLang="fr-FR" b="1" i="0" u="none" strike="noStrike" cap="none" normalizeH="0" baseline="0" dirty="0">
                <a:ln>
                  <a:noFill/>
                </a:ln>
                <a:solidFill>
                  <a:srgbClr val="0D0D0D"/>
                </a:solidFill>
                <a:effectLst/>
                <a:latin typeface="Söhne Mono"/>
              </a:rPr>
              <a:t>&lt;html&gt;</a:t>
            </a:r>
            <a:r>
              <a:rPr kumimoji="0" lang="fr-FR" altLang="fr-FR" sz="1200" b="0" i="0" u="none" strike="noStrike" cap="none" normalizeH="0" baseline="0" dirty="0">
                <a:ln>
                  <a:noFill/>
                </a:ln>
                <a:solidFill>
                  <a:srgbClr val="0D0D0D"/>
                </a:solidFill>
                <a:effectLst/>
                <a:latin typeface="Söhne"/>
              </a:rPr>
              <a:t> : Racine du document HTML, contient tous les autres éléments HTML.</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fr-FR" altLang="fr-FR" b="1" i="0" u="none" strike="noStrike" cap="none" normalizeH="0" baseline="0" dirty="0">
                <a:ln>
                  <a:noFill/>
                </a:ln>
                <a:solidFill>
                  <a:srgbClr val="0D0D0D"/>
                </a:solidFill>
                <a:effectLst/>
                <a:latin typeface="Söhne Mono"/>
              </a:rPr>
              <a:t>&lt;</a:t>
            </a:r>
            <a:r>
              <a:rPr kumimoji="0" lang="fr-FR" altLang="fr-FR" b="1" i="0" u="none" strike="noStrike" cap="none" normalizeH="0" baseline="0" dirty="0" err="1">
                <a:ln>
                  <a:noFill/>
                </a:ln>
                <a:solidFill>
                  <a:srgbClr val="0D0D0D"/>
                </a:solidFill>
                <a:effectLst/>
                <a:latin typeface="Söhne Mono"/>
              </a:rPr>
              <a:t>head</a:t>
            </a:r>
            <a:r>
              <a:rPr kumimoji="0" lang="fr-FR" altLang="fr-FR" b="1" i="0" u="none" strike="noStrike" cap="none" normalizeH="0" baseline="0" dirty="0">
                <a:ln>
                  <a:noFill/>
                </a:ln>
                <a:solidFill>
                  <a:srgbClr val="0D0D0D"/>
                </a:solidFill>
                <a:effectLst/>
                <a:latin typeface="Söhne Mono"/>
              </a:rPr>
              <a:t>&gt;</a:t>
            </a:r>
            <a:r>
              <a:rPr kumimoji="0" lang="fr-FR" altLang="fr-FR" sz="1200" b="0" i="0" u="none" strike="noStrike" cap="none" normalizeH="0" baseline="0" dirty="0">
                <a:ln>
                  <a:noFill/>
                </a:ln>
                <a:solidFill>
                  <a:srgbClr val="0D0D0D"/>
                </a:solidFill>
                <a:effectLst/>
                <a:latin typeface="Söhne"/>
              </a:rPr>
              <a:t> : Contient les métadonnées du document, telles que le titre, les liens vers des feuilles de style, des scripts, et autres informations qui ne sont pas destinées à être affichées dans le corps de la page.</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fr-FR" altLang="fr-FR" b="1" i="0" u="none" strike="noStrike" cap="none" normalizeH="0" baseline="0" dirty="0">
                <a:ln>
                  <a:noFill/>
                </a:ln>
                <a:solidFill>
                  <a:srgbClr val="0D0D0D"/>
                </a:solidFill>
                <a:effectLst/>
                <a:latin typeface="Söhne Mono"/>
              </a:rPr>
              <a:t>&lt;</a:t>
            </a:r>
            <a:r>
              <a:rPr kumimoji="0" lang="fr-FR" altLang="fr-FR" b="1" i="0" u="none" strike="noStrike" cap="none" normalizeH="0" baseline="0" dirty="0" err="1">
                <a:ln>
                  <a:noFill/>
                </a:ln>
                <a:solidFill>
                  <a:srgbClr val="0D0D0D"/>
                </a:solidFill>
                <a:effectLst/>
                <a:latin typeface="Söhne Mono"/>
              </a:rPr>
              <a:t>title</a:t>
            </a:r>
            <a:r>
              <a:rPr kumimoji="0" lang="fr-FR" altLang="fr-FR" b="1" i="0" u="none" strike="noStrike" cap="none" normalizeH="0" baseline="0" dirty="0">
                <a:ln>
                  <a:noFill/>
                </a:ln>
                <a:solidFill>
                  <a:srgbClr val="0D0D0D"/>
                </a:solidFill>
                <a:effectLst/>
                <a:latin typeface="Söhne Mono"/>
              </a:rPr>
              <a:t>&gt;</a:t>
            </a:r>
            <a:r>
              <a:rPr kumimoji="0" lang="fr-FR" altLang="fr-FR" sz="1200" b="0" i="0" u="none" strike="noStrike" cap="none" normalizeH="0" baseline="0" dirty="0">
                <a:ln>
                  <a:noFill/>
                </a:ln>
                <a:solidFill>
                  <a:srgbClr val="0D0D0D"/>
                </a:solidFill>
                <a:effectLst/>
                <a:latin typeface="Söhne"/>
              </a:rPr>
              <a:t> : Spécifie le titre du document, qui est affiché dans la barre de titre du navigateur ou dans l'onglet de la page.</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fr-FR" altLang="fr-FR" b="1" i="0" u="none" strike="noStrike" cap="none" normalizeH="0" baseline="0" dirty="0">
                <a:ln>
                  <a:noFill/>
                </a:ln>
                <a:solidFill>
                  <a:srgbClr val="0D0D0D"/>
                </a:solidFill>
                <a:effectLst/>
                <a:latin typeface="Söhne Mono"/>
              </a:rPr>
              <a:t>&lt;body&gt;</a:t>
            </a:r>
            <a:r>
              <a:rPr kumimoji="0" lang="fr-FR" altLang="fr-FR" sz="1200" b="0" i="0" u="none" strike="noStrike" cap="none" normalizeH="0" baseline="0" dirty="0">
                <a:ln>
                  <a:noFill/>
                </a:ln>
                <a:solidFill>
                  <a:srgbClr val="0D0D0D"/>
                </a:solidFill>
                <a:effectLst/>
                <a:latin typeface="Söhne"/>
              </a:rPr>
              <a:t> : Contient le contenu de la page qui est visible pour l'utilisateur.</a:t>
            </a: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fr-FR" altLang="fr-FR" b="1" i="0" u="none" strike="noStrike" cap="none" normalizeH="0" baseline="0" dirty="0">
                <a:ln>
                  <a:noFill/>
                </a:ln>
                <a:solidFill>
                  <a:srgbClr val="0D0D0D"/>
                </a:solidFill>
                <a:effectLst/>
                <a:latin typeface="Söhne Mono"/>
              </a:rPr>
              <a:t>&lt;h1&gt;</a:t>
            </a:r>
            <a:r>
              <a:rPr kumimoji="0" lang="fr-FR" altLang="fr-FR" sz="1200" b="0" i="0" u="none" strike="noStrike" cap="none" normalizeH="0" baseline="0" dirty="0">
                <a:ln>
                  <a:noFill/>
                </a:ln>
                <a:solidFill>
                  <a:srgbClr val="0D0D0D"/>
                </a:solidFill>
                <a:effectLst/>
                <a:latin typeface="Söhne"/>
              </a:rPr>
              <a:t> à </a:t>
            </a:r>
            <a:r>
              <a:rPr kumimoji="0" lang="fr-FR" altLang="fr-FR" b="1" i="0" u="none" strike="noStrike" cap="none" normalizeH="0" baseline="0" dirty="0">
                <a:ln>
                  <a:noFill/>
                </a:ln>
                <a:solidFill>
                  <a:srgbClr val="0D0D0D"/>
                </a:solidFill>
                <a:effectLst/>
                <a:latin typeface="Söhne Mono"/>
              </a:rPr>
              <a:t>&lt;h6&gt;</a:t>
            </a:r>
            <a:r>
              <a:rPr kumimoji="0" lang="fr-FR" altLang="fr-FR" sz="1200" b="0" i="0" u="none" strike="noStrike" cap="none" normalizeH="0" baseline="0" dirty="0">
                <a:ln>
                  <a:noFill/>
                </a:ln>
                <a:solidFill>
                  <a:srgbClr val="0D0D0D"/>
                </a:solidFill>
                <a:effectLst/>
                <a:latin typeface="Söhne"/>
              </a:rPr>
              <a:t> : Balises de titre, de </a:t>
            </a:r>
            <a:r>
              <a:rPr kumimoji="0" lang="fr-FR" altLang="fr-FR" b="1" i="0" u="none" strike="noStrike" cap="none" normalizeH="0" baseline="0" dirty="0">
                <a:ln>
                  <a:noFill/>
                </a:ln>
                <a:solidFill>
                  <a:srgbClr val="0D0D0D"/>
                </a:solidFill>
                <a:effectLst/>
                <a:latin typeface="Söhne Mono"/>
              </a:rPr>
              <a:t>&lt;h1&gt;</a:t>
            </a:r>
            <a:r>
              <a:rPr kumimoji="0" lang="fr-FR" altLang="fr-FR" sz="1200" b="0" i="0" u="none" strike="noStrike" cap="none" normalizeH="0" baseline="0" dirty="0">
                <a:ln>
                  <a:noFill/>
                </a:ln>
                <a:solidFill>
                  <a:srgbClr val="0D0D0D"/>
                </a:solidFill>
                <a:effectLst/>
                <a:latin typeface="Söhne"/>
              </a:rPr>
              <a:t> pour le titre le plus important à </a:t>
            </a:r>
            <a:r>
              <a:rPr kumimoji="0" lang="fr-FR" altLang="fr-FR" b="1" i="0" u="none" strike="noStrike" cap="none" normalizeH="0" baseline="0" dirty="0">
                <a:ln>
                  <a:noFill/>
                </a:ln>
                <a:solidFill>
                  <a:srgbClr val="0D0D0D"/>
                </a:solidFill>
                <a:effectLst/>
                <a:latin typeface="Söhne Mono"/>
              </a:rPr>
              <a:t>&lt;h6&gt;</a:t>
            </a:r>
            <a:r>
              <a:rPr kumimoji="0" lang="fr-FR" altLang="fr-FR" sz="1200" b="0" i="0" u="none" strike="noStrike" cap="none" normalizeH="0" baseline="0" dirty="0">
                <a:ln>
                  <a:noFill/>
                </a:ln>
                <a:solidFill>
                  <a:srgbClr val="0D0D0D"/>
                </a:solidFill>
                <a:effectLst/>
                <a:latin typeface="Söhne"/>
              </a:rPr>
              <a:t> pour le moins important, utilisées pour structurer le contenu.</a:t>
            </a: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fr-FR" altLang="fr-FR" b="1" i="0" u="none" strike="noStrike" cap="none" normalizeH="0" baseline="0" dirty="0">
                <a:ln>
                  <a:noFill/>
                </a:ln>
                <a:solidFill>
                  <a:srgbClr val="0D0D0D"/>
                </a:solidFill>
                <a:effectLst/>
                <a:latin typeface="Söhne Mono"/>
              </a:rPr>
              <a:t>&lt;p&gt;</a:t>
            </a:r>
            <a:r>
              <a:rPr kumimoji="0" lang="fr-FR" altLang="fr-FR" sz="1200" b="0" i="0" u="none" strike="noStrike" cap="none" normalizeH="0" baseline="0" dirty="0">
                <a:ln>
                  <a:noFill/>
                </a:ln>
                <a:solidFill>
                  <a:srgbClr val="0D0D0D"/>
                </a:solidFill>
                <a:effectLst/>
                <a:latin typeface="Söhne"/>
              </a:rPr>
              <a:t> : Définit un paragraphe.</a:t>
            </a:r>
          </a:p>
          <a:p>
            <a:pPr marL="0" marR="0" lvl="0" indent="0" algn="l" defTabSz="914400" rtl="0" eaLnBrk="0" fontAlgn="base" latinLnBrk="0" hangingPunct="0">
              <a:lnSpc>
                <a:spcPct val="100000"/>
              </a:lnSpc>
              <a:spcBef>
                <a:spcPct val="0"/>
              </a:spcBef>
              <a:spcAft>
                <a:spcPct val="0"/>
              </a:spcAft>
              <a:buClrTx/>
              <a:buSzTx/>
              <a:buFontTx/>
              <a:buAutoNum type="arabicPeriod" startAt="8"/>
              <a:tabLst/>
            </a:pPr>
            <a:r>
              <a:rPr kumimoji="0" lang="fr-FR" altLang="fr-FR" b="1" i="0" u="none" strike="noStrike" cap="none" normalizeH="0" baseline="0" dirty="0">
                <a:ln>
                  <a:noFill/>
                </a:ln>
                <a:solidFill>
                  <a:srgbClr val="0D0D0D"/>
                </a:solidFill>
                <a:effectLst/>
                <a:latin typeface="Söhne Mono"/>
              </a:rPr>
              <a:t>&lt;a&gt;</a:t>
            </a:r>
            <a:r>
              <a:rPr kumimoji="0" lang="fr-FR" altLang="fr-FR" sz="1200" b="0" i="0" u="none" strike="noStrike" cap="none" normalizeH="0" baseline="0" dirty="0">
                <a:ln>
                  <a:noFill/>
                </a:ln>
                <a:solidFill>
                  <a:srgbClr val="0D0D0D"/>
                </a:solidFill>
                <a:effectLst/>
                <a:latin typeface="Söhne"/>
              </a:rPr>
              <a:t> : Crée un hyperlien vers une autre page ou une autre partie de la même page.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572819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729FE-BD62-D020-926A-E3945BD8A5EF}"/>
            </a:ext>
          </a:extLst>
        </p:cNvPr>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F46BC4DC-68CA-5451-7E81-48766A277F7C}"/>
              </a:ext>
            </a:extLst>
          </p:cNvPr>
          <p:cNvSpPr>
            <a:spLocks noGrp="1"/>
          </p:cNvSpPr>
          <p:nvPr>
            <p:ph type="sldNum" sz="quarter" idx="12"/>
          </p:nvPr>
        </p:nvSpPr>
        <p:spPr/>
        <p:txBody>
          <a:bodyPr/>
          <a:lstStyle/>
          <a:p>
            <a:pPr rtl="0"/>
            <a:fld id="{3A98EE3D-8CD1-4C3F-BD1C-C98C9596463C}" type="slidenum">
              <a:rPr lang="fr-FR" noProof="0" smtClean="0"/>
              <a:t>6</a:t>
            </a:fld>
            <a:endParaRPr lang="fr-FR" noProof="0"/>
          </a:p>
        </p:txBody>
      </p:sp>
      <p:sp>
        <p:nvSpPr>
          <p:cNvPr id="3" name="Espace réservé du pied de page 2">
            <a:extLst>
              <a:ext uri="{FF2B5EF4-FFF2-40B4-BE49-F238E27FC236}">
                <a16:creationId xmlns:a16="http://schemas.microsoft.com/office/drawing/2014/main" id="{4EB503E1-9D49-CC2A-36CF-C93A7BC86ACF}"/>
              </a:ext>
            </a:extLst>
          </p:cNvPr>
          <p:cNvSpPr>
            <a:spLocks noGrp="1"/>
          </p:cNvSpPr>
          <p:nvPr>
            <p:ph type="ftr" sz="quarter" idx="11"/>
          </p:nvPr>
        </p:nvSpPr>
        <p:spPr/>
        <p:txBody>
          <a:bodyPr/>
          <a:lstStyle/>
          <a:p>
            <a:pPr algn="l" rtl="0"/>
            <a:r>
              <a:rPr lang="fr-FR" noProof="0"/>
              <a:t>Guillaume FOVEAU 2026</a:t>
            </a:r>
            <a:endParaRPr lang="fr-FR" noProof="0" dirty="0"/>
          </a:p>
        </p:txBody>
      </p:sp>
      <p:sp>
        <p:nvSpPr>
          <p:cNvPr id="4" name="Titre 3">
            <a:extLst>
              <a:ext uri="{FF2B5EF4-FFF2-40B4-BE49-F238E27FC236}">
                <a16:creationId xmlns:a16="http://schemas.microsoft.com/office/drawing/2014/main" id="{B6B8E289-16EF-BEBA-043C-17F6BAA954F2}"/>
              </a:ext>
            </a:extLst>
          </p:cNvPr>
          <p:cNvSpPr>
            <a:spLocks noGrp="1"/>
          </p:cNvSpPr>
          <p:nvPr>
            <p:ph type="title"/>
          </p:nvPr>
        </p:nvSpPr>
        <p:spPr/>
        <p:txBody>
          <a:bodyPr/>
          <a:lstStyle/>
          <a:p>
            <a:r>
              <a:rPr lang="fr-FR" dirty="0"/>
              <a:t>Les balises HTML</a:t>
            </a:r>
          </a:p>
        </p:txBody>
      </p:sp>
      <p:sp>
        <p:nvSpPr>
          <p:cNvPr id="6" name="Rectangle 1">
            <a:extLst>
              <a:ext uri="{FF2B5EF4-FFF2-40B4-BE49-F238E27FC236}">
                <a16:creationId xmlns:a16="http://schemas.microsoft.com/office/drawing/2014/main" id="{A2BF0D51-F654-420E-6471-B3C53BD406A3}"/>
              </a:ext>
            </a:extLst>
          </p:cNvPr>
          <p:cNvSpPr>
            <a:spLocks noGrp="1" noChangeArrowheads="1"/>
          </p:cNvSpPr>
          <p:nvPr>
            <p:ph idx="1"/>
          </p:nvPr>
        </p:nvSpPr>
        <p:spPr bwMode="auto">
          <a:xfrm>
            <a:off x="581192" y="1972676"/>
            <a:ext cx="10942068" cy="409394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8375" rIns="0" bIns="198375"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9"/>
              <a:tabLst/>
            </a:pPr>
            <a:r>
              <a:rPr kumimoji="0" lang="fr-FR" altLang="fr-FR" b="1" i="0" u="none" strike="noStrike" cap="none" normalizeH="0" baseline="0" dirty="0">
                <a:ln>
                  <a:noFill/>
                </a:ln>
                <a:solidFill>
                  <a:srgbClr val="0D0D0D"/>
                </a:solidFill>
                <a:effectLst/>
                <a:latin typeface="Söhne Mono"/>
              </a:rPr>
              <a:t>&lt;</a:t>
            </a:r>
            <a:r>
              <a:rPr kumimoji="0" lang="fr-FR" altLang="fr-FR" b="1" i="0" u="none" strike="noStrike" cap="none" normalizeH="0" baseline="0" dirty="0" err="1">
                <a:ln>
                  <a:noFill/>
                </a:ln>
                <a:solidFill>
                  <a:srgbClr val="0D0D0D"/>
                </a:solidFill>
                <a:effectLst/>
                <a:latin typeface="Söhne Mono"/>
              </a:rPr>
              <a:t>img</a:t>
            </a:r>
            <a:r>
              <a:rPr kumimoji="0" lang="fr-FR" altLang="fr-FR" b="1" i="0" u="none" strike="noStrike" cap="none" normalizeH="0" baseline="0" dirty="0">
                <a:ln>
                  <a:noFill/>
                </a:ln>
                <a:solidFill>
                  <a:srgbClr val="0D0D0D"/>
                </a:solidFill>
                <a:effectLst/>
                <a:latin typeface="Söhne Mono"/>
              </a:rPr>
              <a:t>&gt;</a:t>
            </a:r>
            <a:r>
              <a:rPr kumimoji="0" lang="fr-FR" altLang="fr-FR" sz="1200" b="0" i="0" u="none" strike="noStrike" cap="none" normalizeH="0" baseline="0" dirty="0">
                <a:ln>
                  <a:noFill/>
                </a:ln>
                <a:solidFill>
                  <a:srgbClr val="0D0D0D"/>
                </a:solidFill>
                <a:effectLst/>
                <a:latin typeface="Söhne"/>
              </a:rPr>
              <a:t> : Intègre une image dans la page. Les attributs </a:t>
            </a:r>
            <a:r>
              <a:rPr kumimoji="0" lang="fr-FR" altLang="fr-FR" b="1" i="0" u="none" strike="noStrike" cap="none" normalizeH="0" baseline="0" dirty="0">
                <a:ln>
                  <a:noFill/>
                </a:ln>
                <a:solidFill>
                  <a:srgbClr val="0D0D0D"/>
                </a:solidFill>
                <a:effectLst/>
                <a:latin typeface="Söhne Mono"/>
              </a:rPr>
              <a:t>src</a:t>
            </a:r>
            <a:r>
              <a:rPr kumimoji="0" lang="fr-FR" altLang="fr-FR" sz="1200" b="0" i="0" u="none" strike="noStrike" cap="none" normalizeH="0" baseline="0" dirty="0">
                <a:ln>
                  <a:noFill/>
                </a:ln>
                <a:solidFill>
                  <a:srgbClr val="0D0D0D"/>
                </a:solidFill>
                <a:effectLst/>
                <a:latin typeface="Söhne"/>
              </a:rPr>
              <a:t> (source de l'image) et </a:t>
            </a:r>
            <a:r>
              <a:rPr kumimoji="0" lang="fr-FR" altLang="fr-FR" b="1" i="0" u="none" strike="noStrike" cap="none" normalizeH="0" baseline="0" dirty="0">
                <a:ln>
                  <a:noFill/>
                </a:ln>
                <a:solidFill>
                  <a:srgbClr val="0D0D0D"/>
                </a:solidFill>
                <a:effectLst/>
                <a:latin typeface="Söhne Mono"/>
              </a:rPr>
              <a:t>alt</a:t>
            </a:r>
            <a:r>
              <a:rPr kumimoji="0" lang="fr-FR" altLang="fr-FR" sz="1200" b="0" i="0" u="none" strike="noStrike" cap="none" normalizeH="0" baseline="0" dirty="0">
                <a:ln>
                  <a:noFill/>
                </a:ln>
                <a:solidFill>
                  <a:srgbClr val="0D0D0D"/>
                </a:solidFill>
                <a:effectLst/>
                <a:latin typeface="Söhne"/>
              </a:rPr>
              <a:t> (texte alternatif) sont souvent utilisés avec cette balise.</a:t>
            </a:r>
          </a:p>
          <a:p>
            <a:pPr marL="0" marR="0" lvl="0" indent="0" algn="l" defTabSz="914400" rtl="0" eaLnBrk="0" fontAlgn="base" latinLnBrk="0" hangingPunct="0">
              <a:lnSpc>
                <a:spcPct val="100000"/>
              </a:lnSpc>
              <a:spcBef>
                <a:spcPct val="0"/>
              </a:spcBef>
              <a:spcAft>
                <a:spcPct val="0"/>
              </a:spcAft>
              <a:buClrTx/>
              <a:buSzTx/>
              <a:buFontTx/>
              <a:buAutoNum type="arabicPeriod" startAt="10"/>
              <a:tabLst/>
            </a:pPr>
            <a:r>
              <a:rPr kumimoji="0" lang="fr-FR" altLang="fr-FR" b="1" i="0" u="none" strike="noStrike" cap="none" normalizeH="0" baseline="0" dirty="0">
                <a:ln>
                  <a:noFill/>
                </a:ln>
                <a:solidFill>
                  <a:srgbClr val="0D0D0D"/>
                </a:solidFill>
                <a:effectLst/>
                <a:latin typeface="Söhne Mono"/>
              </a:rPr>
              <a:t>&lt;</a:t>
            </a:r>
            <a:r>
              <a:rPr kumimoji="0" lang="fr-FR" altLang="fr-FR" b="1" i="0" u="none" strike="noStrike" cap="none" normalizeH="0" baseline="0" dirty="0" err="1">
                <a:ln>
                  <a:noFill/>
                </a:ln>
                <a:solidFill>
                  <a:srgbClr val="0D0D0D"/>
                </a:solidFill>
                <a:effectLst/>
                <a:latin typeface="Söhne Mono"/>
              </a:rPr>
              <a:t>ul</a:t>
            </a:r>
            <a:r>
              <a:rPr kumimoji="0" lang="fr-FR" altLang="fr-FR" b="1" i="0" u="none" strike="noStrike" cap="none" normalizeH="0" baseline="0" dirty="0">
                <a:ln>
                  <a:noFill/>
                </a:ln>
                <a:solidFill>
                  <a:srgbClr val="0D0D0D"/>
                </a:solidFill>
                <a:effectLst/>
                <a:latin typeface="Söhne Mono"/>
              </a:rPr>
              <a:t>&gt;</a:t>
            </a:r>
            <a:r>
              <a:rPr kumimoji="0" lang="fr-FR" altLang="fr-FR" sz="1200" b="0" i="0" u="none" strike="noStrike" cap="none" normalizeH="0" baseline="0" dirty="0">
                <a:ln>
                  <a:noFill/>
                </a:ln>
                <a:solidFill>
                  <a:srgbClr val="0D0D0D"/>
                </a:solidFill>
                <a:effectLst/>
                <a:latin typeface="Söhne"/>
              </a:rPr>
              <a:t>, </a:t>
            </a:r>
            <a:r>
              <a:rPr kumimoji="0" lang="fr-FR" altLang="fr-FR" b="1" i="0" u="none" strike="noStrike" cap="none" normalizeH="0" baseline="0" dirty="0">
                <a:ln>
                  <a:noFill/>
                </a:ln>
                <a:solidFill>
                  <a:srgbClr val="0D0D0D"/>
                </a:solidFill>
                <a:effectLst/>
                <a:latin typeface="Söhne Mono"/>
              </a:rPr>
              <a:t>&lt;</a:t>
            </a:r>
            <a:r>
              <a:rPr kumimoji="0" lang="fr-FR" altLang="fr-FR" b="1" i="0" u="none" strike="noStrike" cap="none" normalizeH="0" baseline="0" dirty="0" err="1">
                <a:ln>
                  <a:noFill/>
                </a:ln>
                <a:solidFill>
                  <a:srgbClr val="0D0D0D"/>
                </a:solidFill>
                <a:effectLst/>
                <a:latin typeface="Söhne Mono"/>
              </a:rPr>
              <a:t>ol</a:t>
            </a:r>
            <a:r>
              <a:rPr kumimoji="0" lang="fr-FR" altLang="fr-FR" b="1" i="0" u="none" strike="noStrike" cap="none" normalizeH="0" baseline="0" dirty="0">
                <a:ln>
                  <a:noFill/>
                </a:ln>
                <a:solidFill>
                  <a:srgbClr val="0D0D0D"/>
                </a:solidFill>
                <a:effectLst/>
                <a:latin typeface="Söhne Mono"/>
              </a:rPr>
              <a:t>&gt;</a:t>
            </a:r>
            <a:r>
              <a:rPr kumimoji="0" lang="fr-FR" altLang="fr-FR" sz="1200" b="0" i="0" u="none" strike="noStrike" cap="none" normalizeH="0" baseline="0" dirty="0">
                <a:ln>
                  <a:noFill/>
                </a:ln>
                <a:solidFill>
                  <a:srgbClr val="0D0D0D"/>
                </a:solidFill>
                <a:effectLst/>
                <a:latin typeface="Söhne"/>
              </a:rPr>
              <a:t>, </a:t>
            </a:r>
            <a:r>
              <a:rPr kumimoji="0" lang="fr-FR" altLang="fr-FR" b="1" i="0" u="none" strike="noStrike" cap="none" normalizeH="0" baseline="0" dirty="0">
                <a:ln>
                  <a:noFill/>
                </a:ln>
                <a:solidFill>
                  <a:srgbClr val="0D0D0D"/>
                </a:solidFill>
                <a:effectLst/>
                <a:latin typeface="Söhne Mono"/>
              </a:rPr>
              <a:t>&lt;li&gt;</a:t>
            </a:r>
            <a:r>
              <a:rPr kumimoji="0" lang="fr-FR" altLang="fr-FR" sz="1200" b="0" i="0" u="none" strike="noStrike" cap="none" normalizeH="0" baseline="0" dirty="0">
                <a:ln>
                  <a:noFill/>
                </a:ln>
                <a:solidFill>
                  <a:srgbClr val="0D0D0D"/>
                </a:solidFill>
                <a:effectLst/>
                <a:latin typeface="Söhne"/>
              </a:rPr>
              <a:t> : Créent des listes, non ordonnées (</a:t>
            </a:r>
            <a:r>
              <a:rPr kumimoji="0" lang="fr-FR" altLang="fr-FR" b="1" i="0" u="none" strike="noStrike" cap="none" normalizeH="0" baseline="0" dirty="0">
                <a:ln>
                  <a:noFill/>
                </a:ln>
                <a:solidFill>
                  <a:srgbClr val="0D0D0D"/>
                </a:solidFill>
                <a:effectLst/>
                <a:latin typeface="Söhne Mono"/>
              </a:rPr>
              <a:t>&lt;</a:t>
            </a:r>
            <a:r>
              <a:rPr kumimoji="0" lang="fr-FR" altLang="fr-FR" b="1" i="0" u="none" strike="noStrike" cap="none" normalizeH="0" baseline="0" dirty="0" err="1">
                <a:ln>
                  <a:noFill/>
                </a:ln>
                <a:solidFill>
                  <a:srgbClr val="0D0D0D"/>
                </a:solidFill>
                <a:effectLst/>
                <a:latin typeface="Söhne Mono"/>
              </a:rPr>
              <a:t>ul</a:t>
            </a:r>
            <a:r>
              <a:rPr kumimoji="0" lang="fr-FR" altLang="fr-FR" b="1" i="0" u="none" strike="noStrike" cap="none" normalizeH="0" baseline="0" dirty="0">
                <a:ln>
                  <a:noFill/>
                </a:ln>
                <a:solidFill>
                  <a:srgbClr val="0D0D0D"/>
                </a:solidFill>
                <a:effectLst/>
                <a:latin typeface="Söhne Mono"/>
              </a:rPr>
              <a:t>&gt;</a:t>
            </a:r>
            <a:r>
              <a:rPr kumimoji="0" lang="fr-FR" altLang="fr-FR" sz="1200" b="0" i="0" u="none" strike="noStrike" cap="none" normalizeH="0" baseline="0" dirty="0">
                <a:ln>
                  <a:noFill/>
                </a:ln>
                <a:solidFill>
                  <a:srgbClr val="0D0D0D"/>
                </a:solidFill>
                <a:effectLst/>
                <a:latin typeface="Söhne"/>
              </a:rPr>
              <a:t>) ou ordonnées (</a:t>
            </a:r>
            <a:r>
              <a:rPr kumimoji="0" lang="fr-FR" altLang="fr-FR" b="1" i="0" u="none" strike="noStrike" cap="none" normalizeH="0" baseline="0" dirty="0">
                <a:ln>
                  <a:noFill/>
                </a:ln>
                <a:solidFill>
                  <a:srgbClr val="0D0D0D"/>
                </a:solidFill>
                <a:effectLst/>
                <a:latin typeface="Söhne Mono"/>
              </a:rPr>
              <a:t>&lt;</a:t>
            </a:r>
            <a:r>
              <a:rPr kumimoji="0" lang="fr-FR" altLang="fr-FR" b="1" i="0" u="none" strike="noStrike" cap="none" normalizeH="0" baseline="0" dirty="0" err="1">
                <a:ln>
                  <a:noFill/>
                </a:ln>
                <a:solidFill>
                  <a:srgbClr val="0D0D0D"/>
                </a:solidFill>
                <a:effectLst/>
                <a:latin typeface="Söhne Mono"/>
              </a:rPr>
              <a:t>ol</a:t>
            </a:r>
            <a:r>
              <a:rPr kumimoji="0" lang="fr-FR" altLang="fr-FR" b="1" i="0" u="none" strike="noStrike" cap="none" normalizeH="0" baseline="0" dirty="0">
                <a:ln>
                  <a:noFill/>
                </a:ln>
                <a:solidFill>
                  <a:srgbClr val="0D0D0D"/>
                </a:solidFill>
                <a:effectLst/>
                <a:latin typeface="Söhne Mono"/>
              </a:rPr>
              <a:t>&gt;</a:t>
            </a:r>
            <a:r>
              <a:rPr kumimoji="0" lang="fr-FR" altLang="fr-FR" sz="1200" b="0" i="0" u="none" strike="noStrike" cap="none" normalizeH="0" baseline="0" dirty="0">
                <a:ln>
                  <a:noFill/>
                </a:ln>
                <a:solidFill>
                  <a:srgbClr val="0D0D0D"/>
                </a:solidFill>
                <a:effectLst/>
                <a:latin typeface="Söhne"/>
              </a:rPr>
              <a:t>), avec </a:t>
            </a:r>
            <a:r>
              <a:rPr kumimoji="0" lang="fr-FR" altLang="fr-FR" b="1" i="0" u="none" strike="noStrike" cap="none" normalizeH="0" baseline="0" dirty="0">
                <a:ln>
                  <a:noFill/>
                </a:ln>
                <a:solidFill>
                  <a:srgbClr val="0D0D0D"/>
                </a:solidFill>
                <a:effectLst/>
                <a:latin typeface="Söhne Mono"/>
              </a:rPr>
              <a:t>&lt;li&gt;</a:t>
            </a:r>
            <a:r>
              <a:rPr kumimoji="0" lang="fr-FR" altLang="fr-FR" sz="1200" b="0" i="0" u="none" strike="noStrike" cap="none" normalizeH="0" baseline="0" dirty="0">
                <a:ln>
                  <a:noFill/>
                </a:ln>
                <a:solidFill>
                  <a:srgbClr val="0D0D0D"/>
                </a:solidFill>
                <a:effectLst/>
                <a:latin typeface="Söhne"/>
              </a:rPr>
              <a:t> pour chaque élément de la liste.</a:t>
            </a:r>
          </a:p>
          <a:p>
            <a:pPr marL="0" marR="0" lvl="0" indent="0" algn="l" defTabSz="914400" rtl="0" eaLnBrk="0" fontAlgn="base" latinLnBrk="0" hangingPunct="0">
              <a:lnSpc>
                <a:spcPct val="100000"/>
              </a:lnSpc>
              <a:spcBef>
                <a:spcPct val="0"/>
              </a:spcBef>
              <a:spcAft>
                <a:spcPct val="0"/>
              </a:spcAft>
              <a:buClrTx/>
              <a:buSzTx/>
              <a:buFontTx/>
              <a:buAutoNum type="arabicPeriod" startAt="11"/>
              <a:tabLst/>
            </a:pPr>
            <a:r>
              <a:rPr kumimoji="0" lang="fr-FR" altLang="fr-FR" b="1" i="0" u="none" strike="noStrike" cap="none" normalizeH="0" baseline="0" dirty="0">
                <a:ln>
                  <a:noFill/>
                </a:ln>
                <a:solidFill>
                  <a:srgbClr val="0D0D0D"/>
                </a:solidFill>
                <a:effectLst/>
                <a:latin typeface="Söhne Mono"/>
              </a:rPr>
              <a:t>&lt;table&gt;</a:t>
            </a:r>
            <a:r>
              <a:rPr kumimoji="0" lang="fr-FR" altLang="fr-FR" sz="1200" b="0" i="0" u="none" strike="noStrike" cap="none" normalizeH="0" baseline="0" dirty="0">
                <a:ln>
                  <a:noFill/>
                </a:ln>
                <a:solidFill>
                  <a:srgbClr val="0D0D0D"/>
                </a:solidFill>
                <a:effectLst/>
                <a:latin typeface="Söhne"/>
              </a:rPr>
              <a:t>, </a:t>
            </a:r>
            <a:r>
              <a:rPr kumimoji="0" lang="fr-FR" altLang="fr-FR" b="1" i="0" u="none" strike="noStrike" cap="none" normalizeH="0" baseline="0" dirty="0">
                <a:ln>
                  <a:noFill/>
                </a:ln>
                <a:solidFill>
                  <a:srgbClr val="0D0D0D"/>
                </a:solidFill>
                <a:effectLst/>
                <a:latin typeface="Söhne Mono"/>
              </a:rPr>
              <a:t>&lt;tr&gt;</a:t>
            </a:r>
            <a:r>
              <a:rPr kumimoji="0" lang="fr-FR" altLang="fr-FR" sz="1200" b="0" i="0" u="none" strike="noStrike" cap="none" normalizeH="0" baseline="0" dirty="0">
                <a:ln>
                  <a:noFill/>
                </a:ln>
                <a:solidFill>
                  <a:srgbClr val="0D0D0D"/>
                </a:solidFill>
                <a:effectLst/>
                <a:latin typeface="Söhne"/>
              </a:rPr>
              <a:t>, </a:t>
            </a:r>
            <a:r>
              <a:rPr kumimoji="0" lang="fr-FR" altLang="fr-FR" b="1" i="0" u="none" strike="noStrike" cap="none" normalizeH="0" baseline="0" dirty="0">
                <a:ln>
                  <a:noFill/>
                </a:ln>
                <a:solidFill>
                  <a:srgbClr val="0D0D0D"/>
                </a:solidFill>
                <a:effectLst/>
                <a:latin typeface="Söhne Mono"/>
              </a:rPr>
              <a:t>&lt;th&gt;</a:t>
            </a:r>
            <a:r>
              <a:rPr kumimoji="0" lang="fr-FR" altLang="fr-FR" sz="1200" b="0" i="0" u="none" strike="noStrike" cap="none" normalizeH="0" baseline="0" dirty="0">
                <a:ln>
                  <a:noFill/>
                </a:ln>
                <a:solidFill>
                  <a:srgbClr val="0D0D0D"/>
                </a:solidFill>
                <a:effectLst/>
                <a:latin typeface="Söhne"/>
              </a:rPr>
              <a:t>, </a:t>
            </a:r>
            <a:r>
              <a:rPr kumimoji="0" lang="fr-FR" altLang="fr-FR" b="1" i="0" u="none" strike="noStrike" cap="none" normalizeH="0" baseline="0" dirty="0">
                <a:ln>
                  <a:noFill/>
                </a:ln>
                <a:solidFill>
                  <a:srgbClr val="0D0D0D"/>
                </a:solidFill>
                <a:effectLst/>
                <a:latin typeface="Söhne Mono"/>
              </a:rPr>
              <a:t>&lt;td&gt;</a:t>
            </a:r>
            <a:r>
              <a:rPr kumimoji="0" lang="fr-FR" altLang="fr-FR" sz="1200" b="0" i="0" u="none" strike="noStrike" cap="none" normalizeH="0" baseline="0" dirty="0">
                <a:ln>
                  <a:noFill/>
                </a:ln>
                <a:solidFill>
                  <a:srgbClr val="0D0D0D"/>
                </a:solidFill>
                <a:effectLst/>
                <a:latin typeface="Söhne"/>
              </a:rPr>
              <a:t> : Permettent de créer et de structurer des tableaux. </a:t>
            </a:r>
            <a:r>
              <a:rPr kumimoji="0" lang="fr-FR" altLang="fr-FR" b="1" i="0" u="none" strike="noStrike" cap="none" normalizeH="0" baseline="0" dirty="0">
                <a:ln>
                  <a:noFill/>
                </a:ln>
                <a:solidFill>
                  <a:srgbClr val="0D0D0D"/>
                </a:solidFill>
                <a:effectLst/>
                <a:latin typeface="Söhne Mono"/>
              </a:rPr>
              <a:t>&lt;table&gt;</a:t>
            </a:r>
            <a:r>
              <a:rPr kumimoji="0" lang="fr-FR" altLang="fr-FR" sz="1200" b="0" i="0" u="none" strike="noStrike" cap="none" normalizeH="0" baseline="0" dirty="0">
                <a:ln>
                  <a:noFill/>
                </a:ln>
                <a:solidFill>
                  <a:srgbClr val="0D0D0D"/>
                </a:solidFill>
                <a:effectLst/>
                <a:latin typeface="Söhne"/>
              </a:rPr>
              <a:t> définit le tableau, </a:t>
            </a:r>
            <a:r>
              <a:rPr kumimoji="0" lang="fr-FR" altLang="fr-FR" b="1" i="0" u="none" strike="noStrike" cap="none" normalizeH="0" baseline="0" dirty="0">
                <a:ln>
                  <a:noFill/>
                </a:ln>
                <a:solidFill>
                  <a:srgbClr val="0D0D0D"/>
                </a:solidFill>
                <a:effectLst/>
                <a:latin typeface="Söhne Mono"/>
              </a:rPr>
              <a:t>&lt;tr&gt;</a:t>
            </a:r>
            <a:r>
              <a:rPr kumimoji="0" lang="fr-FR" altLang="fr-FR" sz="1200" b="0" i="0" u="none" strike="noStrike" cap="none" normalizeH="0" baseline="0" dirty="0">
                <a:ln>
                  <a:noFill/>
                </a:ln>
                <a:solidFill>
                  <a:srgbClr val="0D0D0D"/>
                </a:solidFill>
                <a:effectLst/>
                <a:latin typeface="Söhne"/>
              </a:rPr>
              <a:t> une ligne, </a:t>
            </a:r>
            <a:r>
              <a:rPr kumimoji="0" lang="fr-FR" altLang="fr-FR" b="1" i="0" u="none" strike="noStrike" cap="none" normalizeH="0" baseline="0" dirty="0">
                <a:ln>
                  <a:noFill/>
                </a:ln>
                <a:solidFill>
                  <a:srgbClr val="0D0D0D"/>
                </a:solidFill>
                <a:effectLst/>
                <a:latin typeface="Söhne Mono"/>
              </a:rPr>
              <a:t>&lt;th&gt;</a:t>
            </a:r>
            <a:r>
              <a:rPr kumimoji="0" lang="fr-FR" altLang="fr-FR" sz="1200" b="0" i="0" u="none" strike="noStrike" cap="none" normalizeH="0" baseline="0" dirty="0">
                <a:ln>
                  <a:noFill/>
                </a:ln>
                <a:solidFill>
                  <a:srgbClr val="0D0D0D"/>
                </a:solidFill>
                <a:effectLst/>
                <a:latin typeface="Söhne"/>
              </a:rPr>
              <a:t> une cellule d'en-tête, et </a:t>
            </a:r>
            <a:r>
              <a:rPr kumimoji="0" lang="fr-FR" altLang="fr-FR" b="1" i="0" u="none" strike="noStrike" cap="none" normalizeH="0" baseline="0" dirty="0">
                <a:ln>
                  <a:noFill/>
                </a:ln>
                <a:solidFill>
                  <a:srgbClr val="0D0D0D"/>
                </a:solidFill>
                <a:effectLst/>
                <a:latin typeface="Söhne Mono"/>
              </a:rPr>
              <a:t>&lt;td&gt;</a:t>
            </a:r>
            <a:r>
              <a:rPr kumimoji="0" lang="fr-FR" altLang="fr-FR" sz="1200" b="0" i="0" u="none" strike="noStrike" cap="none" normalizeH="0" baseline="0" dirty="0">
                <a:ln>
                  <a:noFill/>
                </a:ln>
                <a:solidFill>
                  <a:srgbClr val="0D0D0D"/>
                </a:solidFill>
                <a:effectLst/>
                <a:latin typeface="Söhne"/>
              </a:rPr>
              <a:t> une cellule standard.</a:t>
            </a:r>
          </a:p>
          <a:p>
            <a:pPr marL="0" marR="0" lvl="0" indent="0" algn="l" defTabSz="914400" rtl="0" eaLnBrk="0" fontAlgn="base" latinLnBrk="0" hangingPunct="0">
              <a:lnSpc>
                <a:spcPct val="100000"/>
              </a:lnSpc>
              <a:spcBef>
                <a:spcPct val="0"/>
              </a:spcBef>
              <a:spcAft>
                <a:spcPct val="0"/>
              </a:spcAft>
              <a:buClrTx/>
              <a:buSzTx/>
              <a:buFontTx/>
              <a:buAutoNum type="arabicPeriod" startAt="12"/>
              <a:tabLst/>
            </a:pPr>
            <a:r>
              <a:rPr kumimoji="0" lang="fr-FR" altLang="fr-FR" b="1" i="0" u="none" strike="noStrike" cap="none" normalizeH="0" baseline="0" dirty="0">
                <a:ln>
                  <a:noFill/>
                </a:ln>
                <a:solidFill>
                  <a:srgbClr val="0D0D0D"/>
                </a:solidFill>
                <a:effectLst/>
                <a:latin typeface="Söhne Mono"/>
              </a:rPr>
              <a:t>&lt;</a:t>
            </a:r>
            <a:r>
              <a:rPr kumimoji="0" lang="fr-FR" altLang="fr-FR" b="1" i="0" u="none" strike="noStrike" cap="none" normalizeH="0" baseline="0" dirty="0" err="1">
                <a:ln>
                  <a:noFill/>
                </a:ln>
                <a:solidFill>
                  <a:srgbClr val="0D0D0D"/>
                </a:solidFill>
                <a:effectLst/>
                <a:latin typeface="Söhne Mono"/>
              </a:rPr>
              <a:t>form</a:t>
            </a:r>
            <a:r>
              <a:rPr kumimoji="0" lang="fr-FR" altLang="fr-FR" b="1" i="0" u="none" strike="noStrike" cap="none" normalizeH="0" baseline="0" dirty="0">
                <a:ln>
                  <a:noFill/>
                </a:ln>
                <a:solidFill>
                  <a:srgbClr val="0D0D0D"/>
                </a:solidFill>
                <a:effectLst/>
                <a:latin typeface="Söhne Mono"/>
              </a:rPr>
              <a:t>&gt;</a:t>
            </a:r>
            <a:r>
              <a:rPr kumimoji="0" lang="fr-FR" altLang="fr-FR" sz="1200" b="0" i="0" u="none" strike="noStrike" cap="none" normalizeH="0" baseline="0" dirty="0">
                <a:ln>
                  <a:noFill/>
                </a:ln>
                <a:solidFill>
                  <a:srgbClr val="0D0D0D"/>
                </a:solidFill>
                <a:effectLst/>
                <a:latin typeface="Söhne"/>
              </a:rPr>
              <a:t> : Définit un formulaire pour la saisie utilisateur. Utilisé en conjonction avec des éléments comme </a:t>
            </a:r>
            <a:r>
              <a:rPr kumimoji="0" lang="fr-FR" altLang="fr-FR" b="1" i="0" u="none" strike="noStrike" cap="none" normalizeH="0" baseline="0" dirty="0">
                <a:ln>
                  <a:noFill/>
                </a:ln>
                <a:solidFill>
                  <a:srgbClr val="0D0D0D"/>
                </a:solidFill>
                <a:effectLst/>
                <a:latin typeface="Söhne Mono"/>
              </a:rPr>
              <a:t>&lt;input&gt;</a:t>
            </a:r>
            <a:r>
              <a:rPr kumimoji="0" lang="fr-FR" altLang="fr-FR" sz="1200" b="0" i="0" u="none" strike="noStrike" cap="none" normalizeH="0" baseline="0" dirty="0">
                <a:ln>
                  <a:noFill/>
                </a:ln>
                <a:solidFill>
                  <a:srgbClr val="0D0D0D"/>
                </a:solidFill>
                <a:effectLst/>
                <a:latin typeface="Söhne"/>
              </a:rPr>
              <a:t>, </a:t>
            </a:r>
            <a:r>
              <a:rPr kumimoji="0" lang="fr-FR" altLang="fr-FR" b="1" i="0" u="none" strike="noStrike" cap="none" normalizeH="0" baseline="0" dirty="0">
                <a:ln>
                  <a:noFill/>
                </a:ln>
                <a:solidFill>
                  <a:srgbClr val="0D0D0D"/>
                </a:solidFill>
                <a:effectLst/>
                <a:latin typeface="Söhne Mono"/>
              </a:rPr>
              <a:t>&lt;label&gt;</a:t>
            </a:r>
            <a:r>
              <a:rPr kumimoji="0" lang="fr-FR" altLang="fr-FR" sz="1200" b="0" i="0" u="none" strike="noStrike" cap="none" normalizeH="0" baseline="0" dirty="0">
                <a:ln>
                  <a:noFill/>
                </a:ln>
                <a:solidFill>
                  <a:srgbClr val="0D0D0D"/>
                </a:solidFill>
                <a:effectLst/>
                <a:latin typeface="Söhne"/>
              </a:rPr>
              <a:t>, </a:t>
            </a:r>
            <a:r>
              <a:rPr kumimoji="0" lang="fr-FR" altLang="fr-FR" b="1" i="0" u="none" strike="noStrike" cap="none" normalizeH="0" baseline="0" dirty="0">
                <a:ln>
                  <a:noFill/>
                </a:ln>
                <a:solidFill>
                  <a:srgbClr val="0D0D0D"/>
                </a:solidFill>
                <a:effectLst/>
                <a:latin typeface="Söhne Mono"/>
              </a:rPr>
              <a:t>&lt;</a:t>
            </a:r>
            <a:r>
              <a:rPr kumimoji="0" lang="fr-FR" altLang="fr-FR" b="1" i="0" u="none" strike="noStrike" cap="none" normalizeH="0" baseline="0" dirty="0" err="1">
                <a:ln>
                  <a:noFill/>
                </a:ln>
                <a:solidFill>
                  <a:srgbClr val="0D0D0D"/>
                </a:solidFill>
                <a:effectLst/>
                <a:latin typeface="Söhne Mono"/>
              </a:rPr>
              <a:t>textarea</a:t>
            </a:r>
            <a:r>
              <a:rPr kumimoji="0" lang="fr-FR" altLang="fr-FR" b="1" i="0" u="none" strike="noStrike" cap="none" normalizeH="0" baseline="0" dirty="0">
                <a:ln>
                  <a:noFill/>
                </a:ln>
                <a:solidFill>
                  <a:srgbClr val="0D0D0D"/>
                </a:solidFill>
                <a:effectLst/>
                <a:latin typeface="Söhne Mono"/>
              </a:rPr>
              <a:t>&gt;</a:t>
            </a:r>
            <a:r>
              <a:rPr kumimoji="0" lang="fr-FR" altLang="fr-FR" sz="1200" b="0" i="0" u="none" strike="noStrike" cap="none" normalizeH="0" baseline="0" dirty="0">
                <a:ln>
                  <a:noFill/>
                </a:ln>
                <a:solidFill>
                  <a:srgbClr val="0D0D0D"/>
                </a:solidFill>
                <a:effectLst/>
                <a:latin typeface="Söhne"/>
              </a:rPr>
              <a:t>, </a:t>
            </a:r>
            <a:r>
              <a:rPr kumimoji="0" lang="fr-FR" altLang="fr-FR" b="1" i="0" u="none" strike="noStrike" cap="none" normalizeH="0" baseline="0" dirty="0">
                <a:ln>
                  <a:noFill/>
                </a:ln>
                <a:solidFill>
                  <a:srgbClr val="0D0D0D"/>
                </a:solidFill>
                <a:effectLst/>
                <a:latin typeface="Söhne Mono"/>
              </a:rPr>
              <a:t>&lt;</a:t>
            </a:r>
            <a:r>
              <a:rPr kumimoji="0" lang="fr-FR" altLang="fr-FR" b="1" i="0" u="none" strike="noStrike" cap="none" normalizeH="0" baseline="0" dirty="0" err="1">
                <a:ln>
                  <a:noFill/>
                </a:ln>
                <a:solidFill>
                  <a:srgbClr val="0D0D0D"/>
                </a:solidFill>
                <a:effectLst/>
                <a:latin typeface="Söhne Mono"/>
              </a:rPr>
              <a:t>button</a:t>
            </a:r>
            <a:r>
              <a:rPr kumimoji="0" lang="fr-FR" altLang="fr-FR" b="1" i="0" u="none" strike="noStrike" cap="none" normalizeH="0" baseline="0" dirty="0">
                <a:ln>
                  <a:noFill/>
                </a:ln>
                <a:solidFill>
                  <a:srgbClr val="0D0D0D"/>
                </a:solidFill>
                <a:effectLst/>
                <a:latin typeface="Söhne Mono"/>
              </a:rPr>
              <a:t>&gt;</a:t>
            </a:r>
            <a:r>
              <a:rPr kumimoji="0" lang="fr-FR" altLang="fr-FR" sz="1200" b="0" i="0" u="none" strike="noStrike" cap="none" normalizeH="0" baseline="0" dirty="0">
                <a:ln>
                  <a:noFill/>
                </a:ln>
                <a:solidFill>
                  <a:srgbClr val="0D0D0D"/>
                </a:solidFill>
                <a:effectLst/>
                <a:latin typeface="Söhne"/>
              </a:rPr>
              <a:t>, etc., pour collecter des données utilisateur.</a:t>
            </a:r>
          </a:p>
          <a:p>
            <a:pPr marL="0" marR="0" lvl="0" indent="0" algn="l" defTabSz="914400" rtl="0" eaLnBrk="0" fontAlgn="base" latinLnBrk="0" hangingPunct="0">
              <a:lnSpc>
                <a:spcPct val="100000"/>
              </a:lnSpc>
              <a:spcBef>
                <a:spcPct val="0"/>
              </a:spcBef>
              <a:spcAft>
                <a:spcPct val="0"/>
              </a:spcAft>
              <a:buClrTx/>
              <a:buSzTx/>
              <a:buFontTx/>
              <a:buAutoNum type="arabicPeriod" startAt="13"/>
              <a:tabLst/>
            </a:pPr>
            <a:r>
              <a:rPr kumimoji="0" lang="fr-FR" altLang="fr-FR" b="1" i="0" u="none" strike="noStrike" cap="none" normalizeH="0" baseline="0" dirty="0">
                <a:ln>
                  <a:noFill/>
                </a:ln>
                <a:solidFill>
                  <a:srgbClr val="0D0D0D"/>
                </a:solidFill>
                <a:effectLst/>
                <a:latin typeface="Söhne Mono"/>
              </a:rPr>
              <a:t>&lt;input&gt;</a:t>
            </a:r>
            <a:r>
              <a:rPr kumimoji="0" lang="fr-FR" altLang="fr-FR" sz="1200" b="0" i="0" u="none" strike="noStrike" cap="none" normalizeH="0" baseline="0" dirty="0">
                <a:ln>
                  <a:noFill/>
                </a:ln>
                <a:solidFill>
                  <a:srgbClr val="0D0D0D"/>
                </a:solidFill>
                <a:effectLst/>
                <a:latin typeface="Söhne"/>
              </a:rPr>
              <a:t> : Crée un champ de saisie (texte, radio, </a:t>
            </a:r>
            <a:r>
              <a:rPr kumimoji="0" lang="fr-FR" altLang="fr-FR" sz="1200" b="0" i="0" u="none" strike="noStrike" cap="none" normalizeH="0" baseline="0" dirty="0" err="1">
                <a:ln>
                  <a:noFill/>
                </a:ln>
                <a:solidFill>
                  <a:srgbClr val="0D0D0D"/>
                </a:solidFill>
                <a:effectLst/>
                <a:latin typeface="Söhne"/>
              </a:rPr>
              <a:t>checkbox</a:t>
            </a:r>
            <a:r>
              <a:rPr kumimoji="0" lang="fr-FR" altLang="fr-FR" sz="1200" b="0" i="0" u="none" strike="noStrike" cap="none" normalizeH="0" baseline="0" dirty="0">
                <a:ln>
                  <a:noFill/>
                </a:ln>
                <a:solidFill>
                  <a:srgbClr val="0D0D0D"/>
                </a:solidFill>
                <a:effectLst/>
                <a:latin typeface="Söhne"/>
              </a:rPr>
              <a:t>, bouton, etc.).</a:t>
            </a:r>
          </a:p>
          <a:p>
            <a:pPr marL="0" marR="0" lvl="0" indent="0" algn="l" defTabSz="914400" rtl="0" eaLnBrk="0" fontAlgn="base" latinLnBrk="0" hangingPunct="0">
              <a:lnSpc>
                <a:spcPct val="100000"/>
              </a:lnSpc>
              <a:spcBef>
                <a:spcPct val="0"/>
              </a:spcBef>
              <a:spcAft>
                <a:spcPct val="0"/>
              </a:spcAft>
              <a:buClrTx/>
              <a:buSzTx/>
              <a:buFontTx/>
              <a:buAutoNum type="arabicPeriod" startAt="14"/>
              <a:tabLst/>
            </a:pPr>
            <a:r>
              <a:rPr kumimoji="0" lang="fr-FR" altLang="fr-FR" b="1" i="0" u="none" strike="noStrike" cap="none" normalizeH="0" baseline="0" dirty="0">
                <a:ln>
                  <a:noFill/>
                </a:ln>
                <a:solidFill>
                  <a:srgbClr val="0D0D0D"/>
                </a:solidFill>
                <a:effectLst/>
                <a:latin typeface="Söhne Mono"/>
              </a:rPr>
              <a:t>&lt;div&gt;</a:t>
            </a:r>
            <a:r>
              <a:rPr kumimoji="0" lang="fr-FR" altLang="fr-FR" sz="1200" b="0" i="0" u="none" strike="noStrike" cap="none" normalizeH="0" baseline="0" dirty="0">
                <a:ln>
                  <a:noFill/>
                </a:ln>
                <a:solidFill>
                  <a:srgbClr val="0D0D0D"/>
                </a:solidFill>
                <a:effectLst/>
                <a:latin typeface="Söhne"/>
              </a:rPr>
              <a:t> : Conteneur générique pour le flux de contenu, utilisé pour grouper des éléments pour des raisons de style ou parce qu'ils partagent des attributs communs.</a:t>
            </a:r>
          </a:p>
          <a:p>
            <a:pPr marL="0" marR="0" lvl="0" indent="0" algn="l" defTabSz="914400" rtl="0" eaLnBrk="0" fontAlgn="base" latinLnBrk="0" hangingPunct="0">
              <a:lnSpc>
                <a:spcPct val="100000"/>
              </a:lnSpc>
              <a:spcBef>
                <a:spcPct val="0"/>
              </a:spcBef>
              <a:spcAft>
                <a:spcPct val="0"/>
              </a:spcAft>
              <a:buClrTx/>
              <a:buSzTx/>
              <a:buFontTx/>
              <a:buAutoNum type="arabicPeriod" startAt="15"/>
              <a:tabLst/>
            </a:pPr>
            <a:r>
              <a:rPr kumimoji="0" lang="fr-FR" altLang="fr-FR" b="1" i="0" u="none" strike="noStrike" cap="none" normalizeH="0" baseline="0" dirty="0">
                <a:ln>
                  <a:noFill/>
                </a:ln>
                <a:solidFill>
                  <a:srgbClr val="0D0D0D"/>
                </a:solidFill>
                <a:effectLst/>
                <a:latin typeface="Söhne Mono"/>
              </a:rPr>
              <a:t>&lt;</a:t>
            </a:r>
            <a:r>
              <a:rPr kumimoji="0" lang="fr-FR" altLang="fr-FR" b="1" i="0" u="none" strike="noStrike" cap="none" normalizeH="0" baseline="0" dirty="0" err="1">
                <a:ln>
                  <a:noFill/>
                </a:ln>
                <a:solidFill>
                  <a:srgbClr val="0D0D0D"/>
                </a:solidFill>
                <a:effectLst/>
                <a:latin typeface="Söhne Mono"/>
              </a:rPr>
              <a:t>span</a:t>
            </a:r>
            <a:r>
              <a:rPr kumimoji="0" lang="fr-FR" altLang="fr-FR" b="1" i="0" u="none" strike="noStrike" cap="none" normalizeH="0" baseline="0" dirty="0">
                <a:ln>
                  <a:noFill/>
                </a:ln>
                <a:solidFill>
                  <a:srgbClr val="0D0D0D"/>
                </a:solidFill>
                <a:effectLst/>
                <a:latin typeface="Söhne Mono"/>
              </a:rPr>
              <a:t>&gt;</a:t>
            </a:r>
            <a:r>
              <a:rPr kumimoji="0" lang="fr-FR" altLang="fr-FR" sz="1200" b="0" i="0" u="none" strike="noStrike" cap="none" normalizeH="0" baseline="0" dirty="0">
                <a:ln>
                  <a:noFill/>
                </a:ln>
                <a:solidFill>
                  <a:srgbClr val="0D0D0D"/>
                </a:solidFill>
                <a:effectLst/>
                <a:latin typeface="Söhne"/>
              </a:rPr>
              <a:t> : Conteneur générique pour le contenu en ligne, utilisé pour appliquer des styles ou pour identifier des parties du texte sans changer sa structure.</a:t>
            </a:r>
          </a:p>
          <a:p>
            <a:pPr marL="0" marR="0" lvl="0" indent="0" algn="l" defTabSz="914400" rtl="0" eaLnBrk="0" fontAlgn="base" latinLnBrk="0" hangingPunct="0">
              <a:lnSpc>
                <a:spcPct val="100000"/>
              </a:lnSpc>
              <a:spcBef>
                <a:spcPct val="0"/>
              </a:spcBef>
              <a:spcAft>
                <a:spcPct val="0"/>
              </a:spcAft>
              <a:buClrTx/>
              <a:buSzTx/>
              <a:buFontTx/>
              <a:buAutoNum type="arabicPeriod" startAt="16"/>
              <a:tabLst/>
            </a:pPr>
            <a:r>
              <a:rPr kumimoji="0" lang="fr-FR" altLang="fr-FR" b="1" i="0" u="none" strike="noStrike" cap="none" normalizeH="0" baseline="0" dirty="0">
                <a:ln>
                  <a:noFill/>
                </a:ln>
                <a:solidFill>
                  <a:srgbClr val="0D0D0D"/>
                </a:solidFill>
                <a:effectLst/>
                <a:latin typeface="Söhne Mono"/>
              </a:rPr>
              <a:t>&lt;header&gt;</a:t>
            </a:r>
            <a:r>
              <a:rPr kumimoji="0" lang="fr-FR" altLang="fr-FR" sz="1200" b="0" i="0" u="none" strike="noStrike" cap="none" normalizeH="0" baseline="0" dirty="0">
                <a:ln>
                  <a:noFill/>
                </a:ln>
                <a:solidFill>
                  <a:srgbClr val="0D0D0D"/>
                </a:solidFill>
                <a:effectLst/>
                <a:latin typeface="Söhne"/>
              </a:rPr>
              <a:t>, </a:t>
            </a:r>
            <a:r>
              <a:rPr kumimoji="0" lang="fr-FR" altLang="fr-FR" b="1" i="0" u="none" strike="noStrike" cap="none" normalizeH="0" baseline="0" dirty="0">
                <a:ln>
                  <a:noFill/>
                </a:ln>
                <a:solidFill>
                  <a:srgbClr val="0D0D0D"/>
                </a:solidFill>
                <a:effectLst/>
                <a:latin typeface="Söhne Mono"/>
              </a:rPr>
              <a:t>&lt;</a:t>
            </a:r>
            <a:r>
              <a:rPr kumimoji="0" lang="fr-FR" altLang="fr-FR" b="1" i="0" u="none" strike="noStrike" cap="none" normalizeH="0" baseline="0" dirty="0" err="1">
                <a:ln>
                  <a:noFill/>
                </a:ln>
                <a:solidFill>
                  <a:srgbClr val="0D0D0D"/>
                </a:solidFill>
                <a:effectLst/>
                <a:latin typeface="Söhne Mono"/>
              </a:rPr>
              <a:t>footer</a:t>
            </a:r>
            <a:r>
              <a:rPr kumimoji="0" lang="fr-FR" altLang="fr-FR" b="1" i="0" u="none" strike="noStrike" cap="none" normalizeH="0" baseline="0" dirty="0">
                <a:ln>
                  <a:noFill/>
                </a:ln>
                <a:solidFill>
                  <a:srgbClr val="0D0D0D"/>
                </a:solidFill>
                <a:effectLst/>
                <a:latin typeface="Söhne Mono"/>
              </a:rPr>
              <a:t>&gt;</a:t>
            </a:r>
            <a:r>
              <a:rPr kumimoji="0" lang="fr-FR" altLang="fr-FR" sz="1200" b="0" i="0" u="none" strike="noStrike" cap="none" normalizeH="0" baseline="0" dirty="0">
                <a:ln>
                  <a:noFill/>
                </a:ln>
                <a:solidFill>
                  <a:srgbClr val="0D0D0D"/>
                </a:solidFill>
                <a:effectLst/>
                <a:latin typeface="Söhne"/>
              </a:rPr>
              <a:t>, </a:t>
            </a:r>
            <a:r>
              <a:rPr kumimoji="0" lang="fr-FR" altLang="fr-FR" b="1" i="0" u="none" strike="noStrike" cap="none" normalizeH="0" baseline="0" dirty="0">
                <a:ln>
                  <a:noFill/>
                </a:ln>
                <a:solidFill>
                  <a:srgbClr val="0D0D0D"/>
                </a:solidFill>
                <a:effectLst/>
                <a:latin typeface="Söhne Mono"/>
              </a:rPr>
              <a:t>&lt;</a:t>
            </a:r>
            <a:r>
              <a:rPr kumimoji="0" lang="fr-FR" altLang="fr-FR" b="1" i="0" u="none" strike="noStrike" cap="none" normalizeH="0" baseline="0" dirty="0" err="1">
                <a:ln>
                  <a:noFill/>
                </a:ln>
                <a:solidFill>
                  <a:srgbClr val="0D0D0D"/>
                </a:solidFill>
                <a:effectLst/>
                <a:latin typeface="Söhne Mono"/>
              </a:rPr>
              <a:t>nav</a:t>
            </a:r>
            <a:r>
              <a:rPr kumimoji="0" lang="fr-FR" altLang="fr-FR" b="1" i="0" u="none" strike="noStrike" cap="none" normalizeH="0" baseline="0" dirty="0">
                <a:ln>
                  <a:noFill/>
                </a:ln>
                <a:solidFill>
                  <a:srgbClr val="0D0D0D"/>
                </a:solidFill>
                <a:effectLst/>
                <a:latin typeface="Söhne Mono"/>
              </a:rPr>
              <a:t>&gt;</a:t>
            </a:r>
            <a:r>
              <a:rPr kumimoji="0" lang="fr-FR" altLang="fr-FR" sz="1200" b="0" i="0" u="none" strike="noStrike" cap="none" normalizeH="0" baseline="0" dirty="0">
                <a:ln>
                  <a:noFill/>
                </a:ln>
                <a:solidFill>
                  <a:srgbClr val="0D0D0D"/>
                </a:solidFill>
                <a:effectLst/>
                <a:latin typeface="Söhne"/>
              </a:rPr>
              <a:t>, </a:t>
            </a:r>
            <a:r>
              <a:rPr kumimoji="0" lang="fr-FR" altLang="fr-FR" b="1" i="0" u="none" strike="noStrike" cap="none" normalizeH="0" baseline="0" dirty="0">
                <a:ln>
                  <a:noFill/>
                </a:ln>
                <a:solidFill>
                  <a:srgbClr val="0D0D0D"/>
                </a:solidFill>
                <a:effectLst/>
                <a:latin typeface="Söhne Mono"/>
              </a:rPr>
              <a:t>&lt;article&gt;</a:t>
            </a:r>
            <a:r>
              <a:rPr kumimoji="0" lang="fr-FR" altLang="fr-FR" sz="1200" b="0" i="0" u="none" strike="noStrike" cap="none" normalizeH="0" baseline="0" dirty="0">
                <a:ln>
                  <a:noFill/>
                </a:ln>
                <a:solidFill>
                  <a:srgbClr val="0D0D0D"/>
                </a:solidFill>
                <a:effectLst/>
                <a:latin typeface="Söhne"/>
              </a:rPr>
              <a:t>, </a:t>
            </a:r>
            <a:r>
              <a:rPr kumimoji="0" lang="fr-FR" altLang="fr-FR" b="1" i="0" u="none" strike="noStrike" cap="none" normalizeH="0" baseline="0" dirty="0">
                <a:ln>
                  <a:noFill/>
                </a:ln>
                <a:solidFill>
                  <a:srgbClr val="0D0D0D"/>
                </a:solidFill>
                <a:effectLst/>
                <a:latin typeface="Söhne Mono"/>
              </a:rPr>
              <a:t>&lt;section&gt;</a:t>
            </a:r>
            <a:r>
              <a:rPr kumimoji="0" lang="fr-FR" altLang="fr-FR" sz="1200" b="0" i="0" u="none" strike="noStrike" cap="none" normalizeH="0" baseline="0" dirty="0">
                <a:ln>
                  <a:noFill/>
                </a:ln>
                <a:solidFill>
                  <a:srgbClr val="0D0D0D"/>
                </a:solidFill>
                <a:effectLst/>
                <a:latin typeface="Söhne"/>
              </a:rPr>
              <a:t>, </a:t>
            </a:r>
            <a:r>
              <a:rPr kumimoji="0" lang="fr-FR" altLang="fr-FR" b="1" i="0" u="none" strike="noStrike" cap="none" normalizeH="0" baseline="0" dirty="0">
                <a:ln>
                  <a:noFill/>
                </a:ln>
                <a:solidFill>
                  <a:srgbClr val="0D0D0D"/>
                </a:solidFill>
                <a:effectLst/>
                <a:latin typeface="Söhne Mono"/>
              </a:rPr>
              <a:t>&lt;</a:t>
            </a:r>
            <a:r>
              <a:rPr kumimoji="0" lang="fr-FR" altLang="fr-FR" b="1" i="0" u="none" strike="noStrike" cap="none" normalizeH="0" baseline="0" dirty="0" err="1">
                <a:ln>
                  <a:noFill/>
                </a:ln>
                <a:solidFill>
                  <a:srgbClr val="0D0D0D"/>
                </a:solidFill>
                <a:effectLst/>
                <a:latin typeface="Söhne Mono"/>
              </a:rPr>
              <a:t>aside</a:t>
            </a:r>
            <a:r>
              <a:rPr kumimoji="0" lang="fr-FR" altLang="fr-FR" b="1" i="0" u="none" strike="noStrike" cap="none" normalizeH="0" baseline="0" dirty="0">
                <a:ln>
                  <a:noFill/>
                </a:ln>
                <a:solidFill>
                  <a:srgbClr val="0D0D0D"/>
                </a:solidFill>
                <a:effectLst/>
                <a:latin typeface="Söhne Mono"/>
              </a:rPr>
              <a:t>&gt;</a:t>
            </a:r>
            <a:r>
              <a:rPr kumimoji="0" lang="fr-FR" altLang="fr-FR" sz="1200" b="0" i="0" u="none" strike="noStrike" cap="none" normalizeH="0" baseline="0" dirty="0">
                <a:ln>
                  <a:noFill/>
                </a:ln>
                <a:solidFill>
                  <a:srgbClr val="0D0D0D"/>
                </a:solidFill>
                <a:effectLst/>
                <a:latin typeface="Söhne"/>
              </a:rPr>
              <a:t> : Balises de sectionnement introduites avec HTML5 pour aider à structurer le document de manière sémantique.</a:t>
            </a:r>
          </a:p>
          <a:p>
            <a:pPr marL="0" marR="0" lvl="0" indent="0" algn="l" defTabSz="914400" rtl="0" eaLnBrk="0" fontAlgn="base" latinLnBrk="0" hangingPunct="0">
              <a:lnSpc>
                <a:spcPct val="100000"/>
              </a:lnSpc>
              <a:spcBef>
                <a:spcPct val="0"/>
              </a:spcBef>
              <a:spcAft>
                <a:spcPct val="0"/>
              </a:spcAft>
              <a:buClrTx/>
              <a:buSzTx/>
              <a:buFontTx/>
              <a:buAutoNum type="arabicPeriod" startAt="17"/>
              <a:tabLst/>
            </a:pPr>
            <a:r>
              <a:rPr kumimoji="0" lang="fr-FR" altLang="fr-FR" b="1" i="0" u="none" strike="noStrike" cap="none" normalizeH="0" baseline="0" dirty="0">
                <a:ln>
                  <a:noFill/>
                </a:ln>
                <a:solidFill>
                  <a:srgbClr val="0D0D0D"/>
                </a:solidFill>
                <a:effectLst/>
                <a:latin typeface="Söhne Mono"/>
              </a:rPr>
              <a:t>&lt;</a:t>
            </a:r>
            <a:r>
              <a:rPr kumimoji="0" lang="fr-FR" altLang="fr-FR" b="1" i="0" u="none" strike="noStrike" cap="none" normalizeH="0" baseline="0" dirty="0" err="1">
                <a:ln>
                  <a:noFill/>
                </a:ln>
                <a:solidFill>
                  <a:srgbClr val="0D0D0D"/>
                </a:solidFill>
                <a:effectLst/>
                <a:latin typeface="Söhne Mono"/>
              </a:rPr>
              <a:t>meta</a:t>
            </a:r>
            <a:r>
              <a:rPr kumimoji="0" lang="fr-FR" altLang="fr-FR" b="1" i="0" u="none" strike="noStrike" cap="none" normalizeH="0" baseline="0" dirty="0">
                <a:ln>
                  <a:noFill/>
                </a:ln>
                <a:solidFill>
                  <a:srgbClr val="0D0D0D"/>
                </a:solidFill>
                <a:effectLst/>
                <a:latin typeface="Söhne Mono"/>
              </a:rPr>
              <a:t>&gt;</a:t>
            </a:r>
            <a:r>
              <a:rPr kumimoji="0" lang="fr-FR" altLang="fr-FR" sz="1200" b="0" i="0" u="none" strike="noStrike" cap="none" normalizeH="0" baseline="0" dirty="0">
                <a:ln>
                  <a:noFill/>
                </a:ln>
                <a:solidFill>
                  <a:srgbClr val="0D0D0D"/>
                </a:solidFill>
                <a:effectLst/>
                <a:latin typeface="Söhne"/>
              </a:rPr>
              <a:t> : Fournit des métadonnées sur le document HTML, comme l'encodage des caractères, la description de la page, les mots-clés, l'auteur du document, etc.</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91671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7596F-1CB3-D0CF-70DA-29976A87AA58}"/>
            </a:ext>
          </a:extLst>
        </p:cNvPr>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3D235E75-1E7B-8AAA-F97C-C2FA99B57FE8}"/>
              </a:ext>
            </a:extLst>
          </p:cNvPr>
          <p:cNvSpPr>
            <a:spLocks noGrp="1"/>
          </p:cNvSpPr>
          <p:nvPr>
            <p:ph type="sldNum" sz="quarter" idx="12"/>
          </p:nvPr>
        </p:nvSpPr>
        <p:spPr/>
        <p:txBody>
          <a:bodyPr/>
          <a:lstStyle/>
          <a:p>
            <a:pPr rtl="0"/>
            <a:fld id="{3A98EE3D-8CD1-4C3F-BD1C-C98C9596463C}" type="slidenum">
              <a:rPr lang="fr-FR" noProof="0" smtClean="0"/>
              <a:t>7</a:t>
            </a:fld>
            <a:endParaRPr lang="fr-FR" noProof="0"/>
          </a:p>
        </p:txBody>
      </p:sp>
      <p:sp>
        <p:nvSpPr>
          <p:cNvPr id="3" name="Espace réservé du pied de page 2">
            <a:extLst>
              <a:ext uri="{FF2B5EF4-FFF2-40B4-BE49-F238E27FC236}">
                <a16:creationId xmlns:a16="http://schemas.microsoft.com/office/drawing/2014/main" id="{0EDC336F-860E-C674-EE19-7FB109A98573}"/>
              </a:ext>
            </a:extLst>
          </p:cNvPr>
          <p:cNvSpPr>
            <a:spLocks noGrp="1"/>
          </p:cNvSpPr>
          <p:nvPr>
            <p:ph type="ftr" sz="quarter" idx="11"/>
          </p:nvPr>
        </p:nvSpPr>
        <p:spPr/>
        <p:txBody>
          <a:bodyPr/>
          <a:lstStyle/>
          <a:p>
            <a:pPr algn="l" rtl="0"/>
            <a:r>
              <a:rPr lang="fr-FR" noProof="0"/>
              <a:t>Guillaume FOVEAU 2026</a:t>
            </a:r>
            <a:endParaRPr lang="fr-FR" noProof="0" dirty="0"/>
          </a:p>
        </p:txBody>
      </p:sp>
      <p:sp>
        <p:nvSpPr>
          <p:cNvPr id="4" name="Titre 3">
            <a:extLst>
              <a:ext uri="{FF2B5EF4-FFF2-40B4-BE49-F238E27FC236}">
                <a16:creationId xmlns:a16="http://schemas.microsoft.com/office/drawing/2014/main" id="{7C2E648B-2E26-969B-A819-AD40DF003E93}"/>
              </a:ext>
            </a:extLst>
          </p:cNvPr>
          <p:cNvSpPr>
            <a:spLocks noGrp="1"/>
          </p:cNvSpPr>
          <p:nvPr>
            <p:ph type="title"/>
          </p:nvPr>
        </p:nvSpPr>
        <p:spPr/>
        <p:txBody>
          <a:bodyPr/>
          <a:lstStyle/>
          <a:p>
            <a:r>
              <a:rPr lang="fr-FR" dirty="0"/>
              <a:t>Les balises INPUT</a:t>
            </a:r>
          </a:p>
        </p:txBody>
      </p:sp>
      <p:sp>
        <p:nvSpPr>
          <p:cNvPr id="6" name="Rectangle 1">
            <a:extLst>
              <a:ext uri="{FF2B5EF4-FFF2-40B4-BE49-F238E27FC236}">
                <a16:creationId xmlns:a16="http://schemas.microsoft.com/office/drawing/2014/main" id="{AD29A46B-7F0D-F15C-AED4-F89B675E28F5}"/>
              </a:ext>
            </a:extLst>
          </p:cNvPr>
          <p:cNvSpPr>
            <a:spLocks noGrp="1" noChangeArrowheads="1"/>
          </p:cNvSpPr>
          <p:nvPr>
            <p:ph idx="1"/>
          </p:nvPr>
        </p:nvSpPr>
        <p:spPr bwMode="auto">
          <a:xfrm>
            <a:off x="581192" y="3403837"/>
            <a:ext cx="65" cy="12316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98375" rIns="0" bIns="198375"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8" name="Rectangle 3">
            <a:extLst>
              <a:ext uri="{FF2B5EF4-FFF2-40B4-BE49-F238E27FC236}">
                <a16:creationId xmlns:a16="http://schemas.microsoft.com/office/drawing/2014/main" id="{FBFA3871-F4E6-90DD-A14B-3E6B6EAB19BB}"/>
              </a:ext>
            </a:extLst>
          </p:cNvPr>
          <p:cNvSpPr>
            <a:spLocks noChangeArrowheads="1"/>
          </p:cNvSpPr>
          <p:nvPr/>
        </p:nvSpPr>
        <p:spPr bwMode="auto">
          <a:xfrm>
            <a:off x="614150" y="2085604"/>
            <a:ext cx="10778272" cy="446327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98375" rIns="0" bIns="198375"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fr-FR" altLang="fr-FR" b="1" i="0" u="none" strike="noStrike" cap="none" normalizeH="0" baseline="0" dirty="0" err="1">
                <a:ln>
                  <a:noFill/>
                </a:ln>
                <a:solidFill>
                  <a:srgbClr val="0D0D0D"/>
                </a:solidFill>
                <a:effectLst/>
                <a:latin typeface="Söhne Mono"/>
              </a:rPr>
              <a:t>text</a:t>
            </a:r>
            <a:r>
              <a:rPr kumimoji="0" lang="fr-FR" altLang="fr-FR" sz="1200" b="0" i="0" u="none" strike="noStrike" cap="none" normalizeH="0" baseline="0" dirty="0">
                <a:ln>
                  <a:noFill/>
                </a:ln>
                <a:solidFill>
                  <a:srgbClr val="0D0D0D"/>
                </a:solidFill>
                <a:effectLst/>
                <a:latin typeface="Söhne"/>
              </a:rPr>
              <a:t> : Champ de texte standard pour la saisie de texte sur une seule ligne.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sz="1200" b="0" i="0" u="none" strike="noStrike" cap="none" normalizeH="0" baseline="0" dirty="0">
                <a:ln>
                  <a:noFill/>
                </a:ln>
                <a:solidFill>
                  <a:srgbClr val="0D0D0D"/>
                </a:solidFill>
                <a:effectLst/>
                <a:latin typeface="Söhne"/>
              </a:rPr>
              <a:t>Caractéristiques : Peut inclure des attributs pour la validation, comme </a:t>
            </a:r>
            <a:r>
              <a:rPr kumimoji="0" lang="fr-FR" altLang="fr-FR" b="1" i="0" u="none" strike="noStrike" cap="none" normalizeH="0" baseline="0" dirty="0" err="1">
                <a:ln>
                  <a:noFill/>
                </a:ln>
                <a:solidFill>
                  <a:srgbClr val="0D0D0D"/>
                </a:solidFill>
                <a:effectLst/>
                <a:latin typeface="Söhne Mono"/>
              </a:rPr>
              <a:t>maxlength</a:t>
            </a:r>
            <a:r>
              <a:rPr kumimoji="0" lang="fr-FR" altLang="fr-FR" sz="1200" b="0" i="0" u="none" strike="noStrike" cap="none" normalizeH="0" baseline="0" dirty="0">
                <a:ln>
                  <a:noFill/>
                </a:ln>
                <a:solidFill>
                  <a:srgbClr val="0D0D0D"/>
                </a:solidFill>
                <a:effectLst/>
                <a:latin typeface="Söhne"/>
              </a:rPr>
              <a:t>, </a:t>
            </a:r>
            <a:r>
              <a:rPr kumimoji="0" lang="fr-FR" altLang="fr-FR" b="1" i="0" u="none" strike="noStrike" cap="none" normalizeH="0" baseline="0" dirty="0">
                <a:ln>
                  <a:noFill/>
                </a:ln>
                <a:solidFill>
                  <a:srgbClr val="0D0D0D"/>
                </a:solidFill>
                <a:effectLst/>
                <a:latin typeface="Söhne Mono"/>
              </a:rPr>
              <a:t>pattern</a:t>
            </a:r>
            <a:r>
              <a:rPr kumimoji="0" lang="fr-FR" altLang="fr-FR" sz="1200" b="0" i="0" u="none" strike="noStrike" cap="none" normalizeH="0" baseline="0" dirty="0">
                <a:ln>
                  <a:noFill/>
                </a:ln>
                <a:solidFill>
                  <a:srgbClr val="0D0D0D"/>
                </a:solidFill>
                <a:effectLst/>
                <a:latin typeface="Söhne"/>
              </a:rPr>
              <a:t>.</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fr-FR" altLang="fr-FR" b="1" i="0" u="none" strike="noStrike" cap="none" normalizeH="0" baseline="0" dirty="0" err="1">
                <a:ln>
                  <a:noFill/>
                </a:ln>
                <a:solidFill>
                  <a:srgbClr val="0D0D0D"/>
                </a:solidFill>
                <a:effectLst/>
                <a:latin typeface="Söhne Mono"/>
              </a:rPr>
              <a:t>password</a:t>
            </a:r>
            <a:r>
              <a:rPr kumimoji="0" lang="fr-FR" altLang="fr-FR" sz="1200" b="0" i="0" u="none" strike="noStrike" cap="none" normalizeH="0" baseline="0" dirty="0">
                <a:ln>
                  <a:noFill/>
                </a:ln>
                <a:solidFill>
                  <a:srgbClr val="0D0D0D"/>
                </a:solidFill>
                <a:effectLst/>
                <a:latin typeface="Söhne"/>
              </a:rPr>
              <a:t> : Champ de saisie qui masque le texte entré.</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sz="1200" b="0" i="0" u="none" strike="noStrike" cap="none" normalizeH="0" baseline="0" dirty="0">
                <a:ln>
                  <a:noFill/>
                </a:ln>
                <a:solidFill>
                  <a:srgbClr val="0D0D0D"/>
                </a:solidFill>
                <a:effectLst/>
                <a:latin typeface="Söhne"/>
              </a:rPr>
              <a:t>Caractéristiques : Le contenu est masqué à l'affichage pour la confidentialité.</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fr-FR" altLang="fr-FR" b="1" i="0" u="none" strike="noStrike" cap="none" normalizeH="0" baseline="0" dirty="0" err="1">
                <a:ln>
                  <a:noFill/>
                </a:ln>
                <a:solidFill>
                  <a:srgbClr val="0D0D0D"/>
                </a:solidFill>
                <a:effectLst/>
                <a:latin typeface="Söhne Mono"/>
              </a:rPr>
              <a:t>submit</a:t>
            </a:r>
            <a:r>
              <a:rPr kumimoji="0" lang="fr-FR" altLang="fr-FR" sz="1200" b="0" i="0" u="none" strike="noStrike" cap="none" normalizeH="0" baseline="0" dirty="0">
                <a:ln>
                  <a:noFill/>
                </a:ln>
                <a:solidFill>
                  <a:srgbClr val="0D0D0D"/>
                </a:solidFill>
                <a:effectLst/>
                <a:latin typeface="Söhne"/>
              </a:rPr>
              <a:t> : Bouton pour soumettre le formulaire.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sz="1200" b="0" i="0" u="none" strike="noStrike" cap="none" normalizeH="0" baseline="0" dirty="0">
                <a:ln>
                  <a:noFill/>
                </a:ln>
                <a:solidFill>
                  <a:srgbClr val="0D0D0D"/>
                </a:solidFill>
                <a:effectLst/>
                <a:latin typeface="Söhne"/>
              </a:rPr>
              <a:t>Caractéristiques : Envoie les données du formulaire à l'adresse spécifiée dans l'attribut </a:t>
            </a:r>
            <a:r>
              <a:rPr kumimoji="0" lang="fr-FR" altLang="fr-FR" b="1" i="0" u="none" strike="noStrike" cap="none" normalizeH="0" baseline="0" dirty="0">
                <a:ln>
                  <a:noFill/>
                </a:ln>
                <a:solidFill>
                  <a:srgbClr val="0D0D0D"/>
                </a:solidFill>
                <a:effectLst/>
                <a:latin typeface="Söhne Mono"/>
              </a:rPr>
              <a:t>action</a:t>
            </a:r>
            <a:r>
              <a:rPr kumimoji="0" lang="fr-FR" altLang="fr-FR" sz="1200" b="0" i="0" u="none" strike="noStrike" cap="none" normalizeH="0" baseline="0" dirty="0">
                <a:ln>
                  <a:noFill/>
                </a:ln>
                <a:solidFill>
                  <a:srgbClr val="0D0D0D"/>
                </a:solidFill>
                <a:effectLst/>
                <a:latin typeface="Söhne"/>
              </a:rPr>
              <a:t> du formulaire.</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fr-FR" altLang="fr-FR" b="1" i="0" u="none" strike="noStrike" cap="none" normalizeH="0" baseline="0" dirty="0">
                <a:ln>
                  <a:noFill/>
                </a:ln>
                <a:solidFill>
                  <a:srgbClr val="0D0D0D"/>
                </a:solidFill>
                <a:effectLst/>
                <a:latin typeface="Söhne Mono"/>
              </a:rPr>
              <a:t>reset</a:t>
            </a:r>
            <a:r>
              <a:rPr kumimoji="0" lang="fr-FR" altLang="fr-FR" sz="1200" b="0" i="0" u="none" strike="noStrike" cap="none" normalizeH="0" baseline="0" dirty="0">
                <a:ln>
                  <a:noFill/>
                </a:ln>
                <a:solidFill>
                  <a:srgbClr val="0D0D0D"/>
                </a:solidFill>
                <a:effectLst/>
                <a:latin typeface="Söhne"/>
              </a:rPr>
              <a:t> : Bouton pour réinitialiser tous les champs du formulaire à leurs valeurs par défaut.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sz="1200" b="0" i="0" u="none" strike="noStrike" cap="none" normalizeH="0" baseline="0" dirty="0">
                <a:ln>
                  <a:noFill/>
                </a:ln>
                <a:solidFill>
                  <a:srgbClr val="0D0D0D"/>
                </a:solidFill>
                <a:effectLst/>
                <a:latin typeface="Söhne"/>
              </a:rPr>
              <a:t>Caractéristiques : Réinitialise le formulaire sans soumission.</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fr-FR" altLang="fr-FR" b="1" i="0" u="none" strike="noStrike" cap="none" normalizeH="0" baseline="0" dirty="0">
                <a:ln>
                  <a:noFill/>
                </a:ln>
                <a:solidFill>
                  <a:srgbClr val="0D0D0D"/>
                </a:solidFill>
                <a:effectLst/>
                <a:latin typeface="Söhne Mono"/>
              </a:rPr>
              <a:t>radio</a:t>
            </a:r>
            <a:r>
              <a:rPr kumimoji="0" lang="fr-FR" altLang="fr-FR" sz="1200" b="0" i="0" u="none" strike="noStrike" cap="none" normalizeH="0" baseline="0" dirty="0">
                <a:ln>
                  <a:noFill/>
                </a:ln>
                <a:solidFill>
                  <a:srgbClr val="0D0D0D"/>
                </a:solidFill>
                <a:effectLst/>
                <a:latin typeface="Söhne"/>
              </a:rPr>
              <a:t> : Bouton radio permettant à l'utilisateur de choisir une seule option parmi un ensemble.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sz="1200" b="0" i="0" u="none" strike="noStrike" cap="none" normalizeH="0" baseline="0" dirty="0">
                <a:ln>
                  <a:noFill/>
                </a:ln>
                <a:solidFill>
                  <a:srgbClr val="0D0D0D"/>
                </a:solidFill>
                <a:effectLst/>
                <a:latin typeface="Söhne"/>
              </a:rPr>
              <a:t>Caractéristiques : Les boutons partageant le même attribut </a:t>
            </a:r>
            <a:r>
              <a:rPr kumimoji="0" lang="fr-FR" altLang="fr-FR" b="1" i="0" u="none" strike="noStrike" cap="none" normalizeH="0" baseline="0" dirty="0" err="1">
                <a:ln>
                  <a:noFill/>
                </a:ln>
                <a:solidFill>
                  <a:srgbClr val="0D0D0D"/>
                </a:solidFill>
                <a:effectLst/>
                <a:latin typeface="Söhne Mono"/>
              </a:rPr>
              <a:t>name</a:t>
            </a:r>
            <a:r>
              <a:rPr kumimoji="0" lang="fr-FR" altLang="fr-FR" sz="1200" b="0" i="0" u="none" strike="noStrike" cap="none" normalizeH="0" baseline="0" dirty="0">
                <a:ln>
                  <a:noFill/>
                </a:ln>
                <a:solidFill>
                  <a:srgbClr val="0D0D0D"/>
                </a:solidFill>
                <a:effectLst/>
                <a:latin typeface="Söhne"/>
              </a:rPr>
              <a:t> sont considérés comme un groupe. Seule une option du groupe peut être sélectionnée à la fois.</a:t>
            </a: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fr-FR" altLang="fr-FR" b="1" i="0" u="none" strike="noStrike" cap="none" normalizeH="0" baseline="0" dirty="0" err="1">
                <a:ln>
                  <a:noFill/>
                </a:ln>
                <a:solidFill>
                  <a:srgbClr val="0D0D0D"/>
                </a:solidFill>
                <a:effectLst/>
                <a:latin typeface="Söhne Mono"/>
              </a:rPr>
              <a:t>checkbox</a:t>
            </a:r>
            <a:r>
              <a:rPr kumimoji="0" lang="fr-FR" altLang="fr-FR" sz="1200" b="0" i="0" u="none" strike="noStrike" cap="none" normalizeH="0" baseline="0" dirty="0">
                <a:ln>
                  <a:noFill/>
                </a:ln>
                <a:solidFill>
                  <a:srgbClr val="0D0D0D"/>
                </a:solidFill>
                <a:effectLst/>
                <a:latin typeface="Söhne"/>
              </a:rPr>
              <a:t> : Case à cocher permettant à l'utilisateur de sélectionner ou de désélectionner une option.</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sz="1200" b="0" i="0" u="none" strike="noStrike" cap="none" normalizeH="0" baseline="0" dirty="0">
                <a:ln>
                  <a:noFill/>
                </a:ln>
                <a:solidFill>
                  <a:srgbClr val="0D0D0D"/>
                </a:solidFill>
                <a:effectLst/>
                <a:latin typeface="Söhne"/>
              </a:rPr>
              <a:t>Caractéristiques : Plusieurs cases peuvent être cochées en même temps.</a:t>
            </a: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fr-FR" altLang="fr-FR" b="1" i="0" u="none" strike="noStrike" cap="none" normalizeH="0" baseline="0" dirty="0" err="1">
                <a:ln>
                  <a:noFill/>
                </a:ln>
                <a:solidFill>
                  <a:srgbClr val="0D0D0D"/>
                </a:solidFill>
                <a:effectLst/>
                <a:latin typeface="Söhne Mono"/>
              </a:rPr>
              <a:t>button</a:t>
            </a:r>
            <a:r>
              <a:rPr kumimoji="0" lang="fr-FR" altLang="fr-FR" sz="1200" b="0" i="0" u="none" strike="noStrike" cap="none" normalizeH="0" baseline="0" dirty="0">
                <a:ln>
                  <a:noFill/>
                </a:ln>
                <a:solidFill>
                  <a:srgbClr val="0D0D0D"/>
                </a:solidFill>
                <a:effectLst/>
                <a:latin typeface="Söhne"/>
              </a:rPr>
              <a:t> : Bouton générique qui peut être utilisé pour diverses actions sur la page.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sz="1200" b="0" i="0" u="none" strike="noStrike" cap="none" normalizeH="0" baseline="0" dirty="0">
                <a:ln>
                  <a:noFill/>
                </a:ln>
                <a:solidFill>
                  <a:srgbClr val="0D0D0D"/>
                </a:solidFill>
                <a:effectLst/>
                <a:latin typeface="Söhne"/>
              </a:rPr>
              <a:t>Caractéristiques : Ne soumet pas le formulaire à moins d'être explicitement configuré pour le faire.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631488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9A6E2-46FA-70F4-7126-44EA72EDEB9F}"/>
            </a:ext>
          </a:extLst>
        </p:cNvPr>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DDCDAF31-1A56-CD0B-8C35-E5A23FF290B5}"/>
              </a:ext>
            </a:extLst>
          </p:cNvPr>
          <p:cNvSpPr>
            <a:spLocks noGrp="1"/>
          </p:cNvSpPr>
          <p:nvPr>
            <p:ph type="sldNum" sz="quarter" idx="12"/>
          </p:nvPr>
        </p:nvSpPr>
        <p:spPr/>
        <p:txBody>
          <a:bodyPr/>
          <a:lstStyle/>
          <a:p>
            <a:pPr rtl="0"/>
            <a:fld id="{3A98EE3D-8CD1-4C3F-BD1C-C98C9596463C}" type="slidenum">
              <a:rPr lang="fr-FR" noProof="0" smtClean="0"/>
              <a:t>8</a:t>
            </a:fld>
            <a:endParaRPr lang="fr-FR" noProof="0"/>
          </a:p>
        </p:txBody>
      </p:sp>
      <p:sp>
        <p:nvSpPr>
          <p:cNvPr id="3" name="Espace réservé du pied de page 2">
            <a:extLst>
              <a:ext uri="{FF2B5EF4-FFF2-40B4-BE49-F238E27FC236}">
                <a16:creationId xmlns:a16="http://schemas.microsoft.com/office/drawing/2014/main" id="{E3CB9E4F-51CC-2277-F39D-4C19C9E5D100}"/>
              </a:ext>
            </a:extLst>
          </p:cNvPr>
          <p:cNvSpPr>
            <a:spLocks noGrp="1"/>
          </p:cNvSpPr>
          <p:nvPr>
            <p:ph type="ftr" sz="quarter" idx="11"/>
          </p:nvPr>
        </p:nvSpPr>
        <p:spPr/>
        <p:txBody>
          <a:bodyPr/>
          <a:lstStyle/>
          <a:p>
            <a:pPr algn="l" rtl="0"/>
            <a:r>
              <a:rPr lang="fr-FR" noProof="0"/>
              <a:t>Guillaume FOVEAU 2026</a:t>
            </a:r>
            <a:endParaRPr lang="fr-FR" noProof="0" dirty="0"/>
          </a:p>
        </p:txBody>
      </p:sp>
      <p:sp>
        <p:nvSpPr>
          <p:cNvPr id="4" name="Titre 3">
            <a:extLst>
              <a:ext uri="{FF2B5EF4-FFF2-40B4-BE49-F238E27FC236}">
                <a16:creationId xmlns:a16="http://schemas.microsoft.com/office/drawing/2014/main" id="{F8551F02-656B-1854-A431-9D48235A7A03}"/>
              </a:ext>
            </a:extLst>
          </p:cNvPr>
          <p:cNvSpPr>
            <a:spLocks noGrp="1"/>
          </p:cNvSpPr>
          <p:nvPr>
            <p:ph type="title"/>
          </p:nvPr>
        </p:nvSpPr>
        <p:spPr/>
        <p:txBody>
          <a:bodyPr/>
          <a:lstStyle/>
          <a:p>
            <a:r>
              <a:rPr lang="fr-FR" dirty="0"/>
              <a:t>Les balises INPUT</a:t>
            </a:r>
          </a:p>
        </p:txBody>
      </p:sp>
      <p:sp>
        <p:nvSpPr>
          <p:cNvPr id="6" name="Rectangle 1">
            <a:extLst>
              <a:ext uri="{FF2B5EF4-FFF2-40B4-BE49-F238E27FC236}">
                <a16:creationId xmlns:a16="http://schemas.microsoft.com/office/drawing/2014/main" id="{C5D74673-98B3-EBDC-B2FE-F117D9DCF00E}"/>
              </a:ext>
            </a:extLst>
          </p:cNvPr>
          <p:cNvSpPr>
            <a:spLocks noGrp="1" noChangeArrowheads="1"/>
          </p:cNvSpPr>
          <p:nvPr>
            <p:ph idx="1"/>
          </p:nvPr>
        </p:nvSpPr>
        <p:spPr bwMode="auto">
          <a:xfrm>
            <a:off x="581192" y="3403837"/>
            <a:ext cx="65" cy="12316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98375" rIns="0" bIns="198375"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8" name="Rectangle 3">
            <a:extLst>
              <a:ext uri="{FF2B5EF4-FFF2-40B4-BE49-F238E27FC236}">
                <a16:creationId xmlns:a16="http://schemas.microsoft.com/office/drawing/2014/main" id="{8AB0ADA0-850A-2570-CAD9-2079395D0E0F}"/>
              </a:ext>
            </a:extLst>
          </p:cNvPr>
          <p:cNvSpPr>
            <a:spLocks noChangeArrowheads="1"/>
          </p:cNvSpPr>
          <p:nvPr/>
        </p:nvSpPr>
        <p:spPr bwMode="auto">
          <a:xfrm>
            <a:off x="532263" y="2034551"/>
            <a:ext cx="7122399" cy="335528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98375" rIns="0" bIns="198375"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8"/>
              <a:tabLst/>
            </a:pPr>
            <a:r>
              <a:rPr kumimoji="0" lang="fr-FR" altLang="fr-FR" b="1" i="0" u="none" strike="noStrike" cap="none" normalizeH="0" baseline="0" dirty="0">
                <a:ln>
                  <a:noFill/>
                </a:ln>
                <a:solidFill>
                  <a:srgbClr val="0D0D0D"/>
                </a:solidFill>
                <a:effectLst/>
                <a:latin typeface="Söhne Mono"/>
              </a:rPr>
              <a:t>file</a:t>
            </a:r>
            <a:r>
              <a:rPr kumimoji="0" lang="fr-FR" altLang="fr-FR" sz="1200" b="0" i="0" u="none" strike="noStrike" cap="none" normalizeH="0" baseline="0" dirty="0">
                <a:ln>
                  <a:noFill/>
                </a:ln>
                <a:solidFill>
                  <a:srgbClr val="0D0D0D"/>
                </a:solidFill>
                <a:effectLst/>
                <a:latin typeface="Söhne"/>
              </a:rPr>
              <a:t> : Champ pour le téléchargement de fichiers.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sz="1200" b="0" i="0" u="none" strike="noStrike" cap="none" normalizeH="0" baseline="0" dirty="0">
                <a:ln>
                  <a:noFill/>
                </a:ln>
                <a:solidFill>
                  <a:srgbClr val="0D0D0D"/>
                </a:solidFill>
                <a:effectLst/>
                <a:latin typeface="Söhne"/>
              </a:rPr>
              <a:t>Caractéristiques : Permet à l'utilisateur de sélectionner un ou plusieurs fichiers à envoyer.</a:t>
            </a:r>
          </a:p>
          <a:p>
            <a:pPr marL="0" marR="0" lvl="0" indent="0" algn="l" defTabSz="914400" rtl="0" eaLnBrk="0" fontAlgn="base" latinLnBrk="0" hangingPunct="0">
              <a:lnSpc>
                <a:spcPct val="100000"/>
              </a:lnSpc>
              <a:spcBef>
                <a:spcPct val="0"/>
              </a:spcBef>
              <a:spcAft>
                <a:spcPct val="0"/>
              </a:spcAft>
              <a:buClrTx/>
              <a:buSzTx/>
              <a:buFontTx/>
              <a:buAutoNum type="arabicPeriod" startAt="9"/>
              <a:tabLst/>
            </a:pPr>
            <a:r>
              <a:rPr kumimoji="0" lang="fr-FR" altLang="fr-FR" b="1" i="0" u="none" strike="noStrike" cap="none" normalizeH="0" baseline="0" dirty="0" err="1">
                <a:ln>
                  <a:noFill/>
                </a:ln>
                <a:solidFill>
                  <a:srgbClr val="0D0D0D"/>
                </a:solidFill>
                <a:effectLst/>
                <a:latin typeface="Söhne Mono"/>
              </a:rPr>
              <a:t>hidden</a:t>
            </a:r>
            <a:r>
              <a:rPr kumimoji="0" lang="fr-FR" altLang="fr-FR" sz="1200" b="0" i="0" u="none" strike="noStrike" cap="none" normalizeH="0" baseline="0" dirty="0">
                <a:ln>
                  <a:noFill/>
                </a:ln>
                <a:solidFill>
                  <a:srgbClr val="0D0D0D"/>
                </a:solidFill>
                <a:effectLst/>
                <a:latin typeface="Söhne"/>
              </a:rPr>
              <a:t> : Champ caché qui n'est pas visible par l'utilisateur.</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sz="1200" b="0" i="0" u="none" strike="noStrike" cap="none" normalizeH="0" baseline="0" dirty="0">
                <a:ln>
                  <a:noFill/>
                </a:ln>
                <a:solidFill>
                  <a:srgbClr val="0D0D0D"/>
                </a:solidFill>
                <a:effectLst/>
                <a:latin typeface="Söhne"/>
              </a:rPr>
              <a:t>Caractéristiques : Utilisé pour envoyer des informations qui ne doivent pas être modifiées par l'utilisateur.</a:t>
            </a:r>
          </a:p>
          <a:p>
            <a:pPr marL="0" marR="0" lvl="0" indent="0" algn="l" defTabSz="914400" rtl="0" eaLnBrk="0" fontAlgn="base" latinLnBrk="0" hangingPunct="0">
              <a:lnSpc>
                <a:spcPct val="100000"/>
              </a:lnSpc>
              <a:spcBef>
                <a:spcPct val="0"/>
              </a:spcBef>
              <a:spcAft>
                <a:spcPct val="0"/>
              </a:spcAft>
              <a:buClrTx/>
              <a:buSzTx/>
              <a:buFontTx/>
              <a:buAutoNum type="arabicPeriod" startAt="10"/>
              <a:tabLst/>
            </a:pPr>
            <a:r>
              <a:rPr kumimoji="0" lang="fr-FR" altLang="fr-FR" b="1" i="0" u="none" strike="noStrike" cap="none" normalizeH="0" baseline="0" dirty="0">
                <a:ln>
                  <a:noFill/>
                </a:ln>
                <a:solidFill>
                  <a:srgbClr val="0D0D0D"/>
                </a:solidFill>
                <a:effectLst/>
                <a:latin typeface="Söhne Mono"/>
              </a:rPr>
              <a:t>image</a:t>
            </a:r>
            <a:r>
              <a:rPr kumimoji="0" lang="fr-FR" altLang="fr-FR" sz="1200" b="0" i="0" u="none" strike="noStrike" cap="none" normalizeH="0" baseline="0" dirty="0">
                <a:ln>
                  <a:noFill/>
                </a:ln>
                <a:solidFill>
                  <a:srgbClr val="0D0D0D"/>
                </a:solidFill>
                <a:effectLst/>
                <a:latin typeface="Söhne"/>
              </a:rPr>
              <a:t> : Bouton de soumission qui prend la forme d'une image.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sz="1200" b="0" i="0" u="none" strike="noStrike" cap="none" normalizeH="0" baseline="0" dirty="0">
                <a:ln>
                  <a:noFill/>
                </a:ln>
                <a:solidFill>
                  <a:srgbClr val="0D0D0D"/>
                </a:solidFill>
                <a:effectLst/>
                <a:latin typeface="Söhne"/>
              </a:rPr>
              <a:t>Caractéristiques : L'attribut </a:t>
            </a:r>
            <a:r>
              <a:rPr kumimoji="0" lang="fr-FR" altLang="fr-FR" b="1" i="0" u="none" strike="noStrike" cap="none" normalizeH="0" baseline="0" dirty="0">
                <a:ln>
                  <a:noFill/>
                </a:ln>
                <a:solidFill>
                  <a:srgbClr val="0D0D0D"/>
                </a:solidFill>
                <a:effectLst/>
                <a:latin typeface="Söhne Mono"/>
              </a:rPr>
              <a:t>src</a:t>
            </a:r>
            <a:r>
              <a:rPr kumimoji="0" lang="fr-FR" altLang="fr-FR" sz="1200" b="0" i="0" u="none" strike="noStrike" cap="none" normalizeH="0" baseline="0" dirty="0">
                <a:ln>
                  <a:noFill/>
                </a:ln>
                <a:solidFill>
                  <a:srgbClr val="0D0D0D"/>
                </a:solidFill>
                <a:effectLst/>
                <a:latin typeface="Söhne"/>
              </a:rPr>
              <a:t> spécifie l'image à afficher.</a:t>
            </a:r>
          </a:p>
          <a:p>
            <a:pPr marL="0" marR="0" lvl="0" indent="0" algn="l" defTabSz="914400" rtl="0" eaLnBrk="0" fontAlgn="base" latinLnBrk="0" hangingPunct="0">
              <a:lnSpc>
                <a:spcPct val="100000"/>
              </a:lnSpc>
              <a:spcBef>
                <a:spcPct val="0"/>
              </a:spcBef>
              <a:spcAft>
                <a:spcPct val="0"/>
              </a:spcAft>
              <a:buClrTx/>
              <a:buSzTx/>
              <a:buFontTx/>
              <a:buAutoNum type="arabicPeriod" startAt="11"/>
              <a:tabLst/>
            </a:pPr>
            <a:r>
              <a:rPr kumimoji="0" lang="fr-FR" altLang="fr-FR" b="1" i="0" u="none" strike="noStrike" cap="none" normalizeH="0" baseline="0" dirty="0">
                <a:ln>
                  <a:noFill/>
                </a:ln>
                <a:solidFill>
                  <a:srgbClr val="0D0D0D"/>
                </a:solidFill>
                <a:effectLst/>
                <a:latin typeface="Söhne Mono"/>
              </a:rPr>
              <a:t>email</a:t>
            </a:r>
            <a:r>
              <a:rPr kumimoji="0" lang="fr-FR" altLang="fr-FR" sz="1200" b="0" i="0" u="none" strike="noStrike" cap="none" normalizeH="0" baseline="0" dirty="0">
                <a:ln>
                  <a:noFill/>
                </a:ln>
                <a:solidFill>
                  <a:srgbClr val="0D0D0D"/>
                </a:solidFill>
                <a:effectLst/>
                <a:latin typeface="Söhne"/>
              </a:rPr>
              <a:t> : Champ pour la saisie d'une adresse e-mail.</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sz="1200" b="0" i="0" u="none" strike="noStrike" cap="none" normalizeH="0" baseline="0" dirty="0">
                <a:ln>
                  <a:noFill/>
                </a:ln>
                <a:solidFill>
                  <a:srgbClr val="0D0D0D"/>
                </a:solidFill>
                <a:effectLst/>
                <a:latin typeface="Söhne"/>
              </a:rPr>
              <a:t>Caractéristiques : Intègre une validation basique du format de l'adresse e-mail.</a:t>
            </a:r>
          </a:p>
          <a:p>
            <a:pPr marL="0" marR="0" lvl="0" indent="0" algn="l" defTabSz="914400" rtl="0" eaLnBrk="0" fontAlgn="base" latinLnBrk="0" hangingPunct="0">
              <a:lnSpc>
                <a:spcPct val="100000"/>
              </a:lnSpc>
              <a:spcBef>
                <a:spcPct val="0"/>
              </a:spcBef>
              <a:spcAft>
                <a:spcPct val="0"/>
              </a:spcAft>
              <a:buClrTx/>
              <a:buSzTx/>
              <a:buFontTx/>
              <a:buAutoNum type="arabicPeriod" startAt="12"/>
              <a:tabLst/>
            </a:pPr>
            <a:r>
              <a:rPr kumimoji="0" lang="fr-FR" altLang="fr-FR" b="1" i="0" u="none" strike="noStrike" cap="none" normalizeH="0" baseline="0" dirty="0">
                <a:ln>
                  <a:noFill/>
                </a:ln>
                <a:solidFill>
                  <a:srgbClr val="0D0D0D"/>
                </a:solidFill>
                <a:effectLst/>
                <a:latin typeface="Söhne Mono"/>
              </a:rPr>
              <a:t>url</a:t>
            </a:r>
            <a:r>
              <a:rPr kumimoji="0" lang="fr-FR" altLang="fr-FR" sz="1200" b="0" i="0" u="none" strike="noStrike" cap="none" normalizeH="0" baseline="0" dirty="0">
                <a:ln>
                  <a:noFill/>
                </a:ln>
                <a:solidFill>
                  <a:srgbClr val="0D0D0D"/>
                </a:solidFill>
                <a:effectLst/>
                <a:latin typeface="Söhne"/>
              </a:rPr>
              <a:t> : Champ pour la saisie d'une URL.</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sz="1200" b="0" i="0" u="none" strike="noStrike" cap="none" normalizeH="0" baseline="0" dirty="0">
                <a:ln>
                  <a:noFill/>
                </a:ln>
                <a:solidFill>
                  <a:srgbClr val="0D0D0D"/>
                </a:solidFill>
                <a:effectLst/>
                <a:latin typeface="Söhne"/>
              </a:rPr>
              <a:t>Caractéristiques : Valide le format de l'URL.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883038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12750A-EC07-B72C-8462-ECBFF8F24DA1}"/>
            </a:ext>
          </a:extLst>
        </p:cNvPr>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A949EBA7-219A-939D-00A3-FBA1493956A6}"/>
              </a:ext>
            </a:extLst>
          </p:cNvPr>
          <p:cNvSpPr>
            <a:spLocks noGrp="1"/>
          </p:cNvSpPr>
          <p:nvPr>
            <p:ph type="sldNum" sz="quarter" idx="12"/>
          </p:nvPr>
        </p:nvSpPr>
        <p:spPr/>
        <p:txBody>
          <a:bodyPr/>
          <a:lstStyle/>
          <a:p>
            <a:pPr rtl="0"/>
            <a:fld id="{3A98EE3D-8CD1-4C3F-BD1C-C98C9596463C}" type="slidenum">
              <a:rPr lang="fr-FR" noProof="0" smtClean="0"/>
              <a:t>9</a:t>
            </a:fld>
            <a:endParaRPr lang="fr-FR" noProof="0"/>
          </a:p>
        </p:txBody>
      </p:sp>
      <p:sp>
        <p:nvSpPr>
          <p:cNvPr id="3" name="Espace réservé du pied de page 2">
            <a:extLst>
              <a:ext uri="{FF2B5EF4-FFF2-40B4-BE49-F238E27FC236}">
                <a16:creationId xmlns:a16="http://schemas.microsoft.com/office/drawing/2014/main" id="{5D9D10BD-80DF-9B8D-DCAA-5866E1294020}"/>
              </a:ext>
            </a:extLst>
          </p:cNvPr>
          <p:cNvSpPr>
            <a:spLocks noGrp="1"/>
          </p:cNvSpPr>
          <p:nvPr>
            <p:ph type="ftr" sz="quarter" idx="11"/>
          </p:nvPr>
        </p:nvSpPr>
        <p:spPr/>
        <p:txBody>
          <a:bodyPr/>
          <a:lstStyle/>
          <a:p>
            <a:pPr algn="l" rtl="0"/>
            <a:r>
              <a:rPr lang="fr-FR" noProof="0"/>
              <a:t>Guillaume FOVEAU 2026</a:t>
            </a:r>
            <a:endParaRPr lang="fr-FR" noProof="0" dirty="0"/>
          </a:p>
        </p:txBody>
      </p:sp>
      <p:sp>
        <p:nvSpPr>
          <p:cNvPr id="4" name="Titre 3">
            <a:extLst>
              <a:ext uri="{FF2B5EF4-FFF2-40B4-BE49-F238E27FC236}">
                <a16:creationId xmlns:a16="http://schemas.microsoft.com/office/drawing/2014/main" id="{BED02C42-FFB1-0D44-5BE5-7871C0E794E2}"/>
              </a:ext>
            </a:extLst>
          </p:cNvPr>
          <p:cNvSpPr>
            <a:spLocks noGrp="1"/>
          </p:cNvSpPr>
          <p:nvPr>
            <p:ph type="title"/>
          </p:nvPr>
        </p:nvSpPr>
        <p:spPr/>
        <p:txBody>
          <a:bodyPr/>
          <a:lstStyle/>
          <a:p>
            <a:r>
              <a:rPr lang="fr-FR" dirty="0"/>
              <a:t>Les balises INPUT</a:t>
            </a:r>
          </a:p>
        </p:txBody>
      </p:sp>
      <p:sp>
        <p:nvSpPr>
          <p:cNvPr id="6" name="Rectangle 1">
            <a:extLst>
              <a:ext uri="{FF2B5EF4-FFF2-40B4-BE49-F238E27FC236}">
                <a16:creationId xmlns:a16="http://schemas.microsoft.com/office/drawing/2014/main" id="{2B030913-A8C4-98E5-9BF5-DBBB963108A3}"/>
              </a:ext>
            </a:extLst>
          </p:cNvPr>
          <p:cNvSpPr>
            <a:spLocks noGrp="1" noChangeArrowheads="1"/>
          </p:cNvSpPr>
          <p:nvPr>
            <p:ph idx="1"/>
          </p:nvPr>
        </p:nvSpPr>
        <p:spPr bwMode="auto">
          <a:xfrm>
            <a:off x="581192" y="3403837"/>
            <a:ext cx="65" cy="12316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98375" rIns="0" bIns="198375"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8" name="Rectangle 3">
            <a:extLst>
              <a:ext uri="{FF2B5EF4-FFF2-40B4-BE49-F238E27FC236}">
                <a16:creationId xmlns:a16="http://schemas.microsoft.com/office/drawing/2014/main" id="{E67F7BBB-C1AC-2BAD-E2A8-E487046FEAA6}"/>
              </a:ext>
            </a:extLst>
          </p:cNvPr>
          <p:cNvSpPr>
            <a:spLocks noChangeArrowheads="1"/>
          </p:cNvSpPr>
          <p:nvPr/>
        </p:nvSpPr>
        <p:spPr bwMode="auto">
          <a:xfrm>
            <a:off x="486770" y="1990239"/>
            <a:ext cx="8942063" cy="381694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98375" rIns="0" bIns="198375" numCol="1" anchor="ctr" anchorCtr="0" compatLnSpc="1">
            <a:prstTxWarp prst="textNoShape">
              <a:avLst/>
            </a:prstTxWarp>
            <a:spAutoFit/>
          </a:bodyPr>
          <a:lstStyle/>
          <a:p>
            <a:pPr marL="457200" marR="0" lvl="1" indent="0" algn="l" defTabSz="914400" rtl="0" eaLnBrk="0" fontAlgn="base" latinLnBrk="0" hangingPunct="0">
              <a:lnSpc>
                <a:spcPct val="100000"/>
              </a:lnSpc>
              <a:spcBef>
                <a:spcPct val="0"/>
              </a:spcBef>
              <a:spcAft>
                <a:spcPct val="0"/>
              </a:spcAft>
              <a:buClrTx/>
              <a:buSzTx/>
              <a:tabLst/>
            </a:pPr>
            <a:endParaRPr kumimoji="0" lang="fr-FR" altLang="fr-FR" sz="1200" b="0" i="0" u="none" strike="noStrike" cap="none" normalizeH="0" baseline="0" dirty="0">
              <a:ln>
                <a:noFill/>
              </a:ln>
              <a:solidFill>
                <a:srgbClr val="0D0D0D"/>
              </a:solidFill>
              <a:effectLst/>
              <a:latin typeface="Söhne"/>
            </a:endParaRPr>
          </a:p>
          <a:p>
            <a:pPr marL="0" marR="0" lvl="0" indent="0" algn="l" defTabSz="914400" rtl="0" eaLnBrk="0" fontAlgn="base" latinLnBrk="0" hangingPunct="0">
              <a:lnSpc>
                <a:spcPct val="100000"/>
              </a:lnSpc>
              <a:spcBef>
                <a:spcPct val="0"/>
              </a:spcBef>
              <a:spcAft>
                <a:spcPct val="0"/>
              </a:spcAft>
              <a:buClrTx/>
              <a:buSzTx/>
              <a:buFontTx/>
              <a:buAutoNum type="arabicPeriod" startAt="13"/>
              <a:tabLst/>
            </a:pPr>
            <a:r>
              <a:rPr kumimoji="0" lang="fr-FR" altLang="fr-FR" b="1" i="0" u="none" strike="noStrike" cap="none" normalizeH="0" baseline="0" dirty="0" err="1">
                <a:ln>
                  <a:noFill/>
                </a:ln>
                <a:solidFill>
                  <a:srgbClr val="0D0D0D"/>
                </a:solidFill>
                <a:effectLst/>
                <a:latin typeface="Söhne Mono"/>
              </a:rPr>
              <a:t>number</a:t>
            </a:r>
            <a:r>
              <a:rPr kumimoji="0" lang="fr-FR" altLang="fr-FR" sz="1200" b="0" i="0" u="none" strike="noStrike" cap="none" normalizeH="0" baseline="0" dirty="0">
                <a:ln>
                  <a:noFill/>
                </a:ln>
                <a:solidFill>
                  <a:srgbClr val="0D0D0D"/>
                </a:solidFill>
                <a:effectLst/>
                <a:latin typeface="Söhne"/>
              </a:rPr>
              <a:t> : Champ pour la saisie de nombres.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sz="1200" b="0" i="0" u="none" strike="noStrike" cap="none" normalizeH="0" baseline="0" dirty="0">
                <a:ln>
                  <a:noFill/>
                </a:ln>
                <a:solidFill>
                  <a:srgbClr val="0D0D0D"/>
                </a:solidFill>
                <a:effectLst/>
                <a:latin typeface="Söhne"/>
              </a:rPr>
              <a:t>Caractéristiques : Peut inclure des attributs pour spécifier les limites </a:t>
            </a:r>
            <a:r>
              <a:rPr kumimoji="0" lang="fr-FR" altLang="fr-FR" b="1" i="0" u="none" strike="noStrike" cap="none" normalizeH="0" baseline="0" dirty="0">
                <a:ln>
                  <a:noFill/>
                </a:ln>
                <a:solidFill>
                  <a:srgbClr val="0D0D0D"/>
                </a:solidFill>
                <a:effectLst/>
                <a:latin typeface="Söhne Mono"/>
              </a:rPr>
              <a:t>min</a:t>
            </a:r>
            <a:r>
              <a:rPr kumimoji="0" lang="fr-FR" altLang="fr-FR" sz="1200" b="0" i="0" u="none" strike="noStrike" cap="none" normalizeH="0" baseline="0" dirty="0">
                <a:ln>
                  <a:noFill/>
                </a:ln>
                <a:solidFill>
                  <a:srgbClr val="0D0D0D"/>
                </a:solidFill>
                <a:effectLst/>
                <a:latin typeface="Söhne"/>
              </a:rPr>
              <a:t>, </a:t>
            </a:r>
            <a:r>
              <a:rPr kumimoji="0" lang="fr-FR" altLang="fr-FR" b="1" i="0" u="none" strike="noStrike" cap="none" normalizeH="0" baseline="0" dirty="0">
                <a:ln>
                  <a:noFill/>
                </a:ln>
                <a:solidFill>
                  <a:srgbClr val="0D0D0D"/>
                </a:solidFill>
                <a:effectLst/>
                <a:latin typeface="Söhne Mono"/>
              </a:rPr>
              <a:t>max</a:t>
            </a:r>
            <a:r>
              <a:rPr kumimoji="0" lang="fr-FR" altLang="fr-FR" sz="1200" b="0" i="0" u="none" strike="noStrike" cap="none" normalizeH="0" baseline="0" dirty="0">
                <a:ln>
                  <a:noFill/>
                </a:ln>
                <a:solidFill>
                  <a:srgbClr val="0D0D0D"/>
                </a:solidFill>
                <a:effectLst/>
                <a:latin typeface="Söhne"/>
              </a:rPr>
              <a:t>, et le pas </a:t>
            </a:r>
            <a:r>
              <a:rPr kumimoji="0" lang="fr-FR" altLang="fr-FR" b="1" i="0" u="none" strike="noStrike" cap="none" normalizeH="0" baseline="0" dirty="0" err="1">
                <a:ln>
                  <a:noFill/>
                </a:ln>
                <a:solidFill>
                  <a:srgbClr val="0D0D0D"/>
                </a:solidFill>
                <a:effectLst/>
                <a:latin typeface="Söhne Mono"/>
              </a:rPr>
              <a:t>step</a:t>
            </a:r>
            <a:r>
              <a:rPr kumimoji="0" lang="fr-FR" altLang="fr-FR" sz="1200" b="0" i="0" u="none" strike="noStrike" cap="none" normalizeH="0" baseline="0" dirty="0">
                <a:ln>
                  <a:noFill/>
                </a:ln>
                <a:solidFill>
                  <a:srgbClr val="0D0D0D"/>
                </a:solidFill>
                <a:effectLst/>
                <a:latin typeface="Söhne"/>
              </a:rPr>
              <a:t>.</a:t>
            </a:r>
          </a:p>
          <a:p>
            <a:pPr marL="0" marR="0" lvl="0" indent="0" algn="l" defTabSz="914400" rtl="0" eaLnBrk="0" fontAlgn="base" latinLnBrk="0" hangingPunct="0">
              <a:lnSpc>
                <a:spcPct val="100000"/>
              </a:lnSpc>
              <a:spcBef>
                <a:spcPct val="0"/>
              </a:spcBef>
              <a:spcAft>
                <a:spcPct val="0"/>
              </a:spcAft>
              <a:buClrTx/>
              <a:buSzTx/>
              <a:buFontTx/>
              <a:buAutoNum type="arabicPeriod" startAt="14"/>
              <a:tabLst/>
            </a:pPr>
            <a:r>
              <a:rPr kumimoji="0" lang="fr-FR" altLang="fr-FR" b="1" i="0" u="none" strike="noStrike" cap="none" normalizeH="0" baseline="0" dirty="0">
                <a:ln>
                  <a:noFill/>
                </a:ln>
                <a:solidFill>
                  <a:srgbClr val="0D0D0D"/>
                </a:solidFill>
                <a:effectLst/>
                <a:latin typeface="Söhne Mono"/>
              </a:rPr>
              <a:t>range</a:t>
            </a:r>
            <a:r>
              <a:rPr kumimoji="0" lang="fr-FR" altLang="fr-FR" sz="1200" b="0" i="0" u="none" strike="noStrike" cap="none" normalizeH="0" baseline="0" dirty="0">
                <a:ln>
                  <a:noFill/>
                </a:ln>
                <a:solidFill>
                  <a:srgbClr val="0D0D0D"/>
                </a:solidFill>
                <a:effectLst/>
                <a:latin typeface="Söhne"/>
              </a:rPr>
              <a:t> : Sélecteur de plage sous forme de curseur.</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sz="1200" b="0" i="0" u="none" strike="noStrike" cap="none" normalizeH="0" baseline="0" dirty="0">
                <a:ln>
                  <a:noFill/>
                </a:ln>
                <a:solidFill>
                  <a:srgbClr val="0D0D0D"/>
                </a:solidFill>
                <a:effectLst/>
                <a:latin typeface="Söhne"/>
              </a:rPr>
              <a:t>Caractéristiques : Permet à l'utilisateur de choisir une valeur dans un intervalle défini.</a:t>
            </a:r>
          </a:p>
          <a:p>
            <a:pPr marL="0" marR="0" lvl="0" indent="0" algn="l" defTabSz="914400" rtl="0" eaLnBrk="0" fontAlgn="base" latinLnBrk="0" hangingPunct="0">
              <a:lnSpc>
                <a:spcPct val="100000"/>
              </a:lnSpc>
              <a:spcBef>
                <a:spcPct val="0"/>
              </a:spcBef>
              <a:spcAft>
                <a:spcPct val="0"/>
              </a:spcAft>
              <a:buClrTx/>
              <a:buSzTx/>
              <a:buFontTx/>
              <a:buAutoNum type="arabicPeriod" startAt="15"/>
              <a:tabLst/>
            </a:pPr>
            <a:r>
              <a:rPr kumimoji="0" lang="fr-FR" altLang="fr-FR" b="1" i="0" u="none" strike="noStrike" cap="none" normalizeH="0" baseline="0" dirty="0">
                <a:ln>
                  <a:noFill/>
                </a:ln>
                <a:solidFill>
                  <a:srgbClr val="0D0D0D"/>
                </a:solidFill>
                <a:effectLst/>
                <a:latin typeface="Söhne Mono"/>
              </a:rPr>
              <a:t>date</a:t>
            </a:r>
            <a:r>
              <a:rPr kumimoji="0" lang="fr-FR" altLang="fr-FR" sz="1200" b="0" i="0" u="none" strike="noStrike" cap="none" normalizeH="0" baseline="0" dirty="0">
                <a:ln>
                  <a:noFill/>
                </a:ln>
                <a:solidFill>
                  <a:srgbClr val="0D0D0D"/>
                </a:solidFill>
                <a:effectLst/>
                <a:latin typeface="Söhne"/>
              </a:rPr>
              <a:t>, </a:t>
            </a:r>
            <a:r>
              <a:rPr kumimoji="0" lang="fr-FR" altLang="fr-FR" b="1" i="0" u="none" strike="noStrike" cap="none" normalizeH="0" baseline="0" dirty="0">
                <a:ln>
                  <a:noFill/>
                </a:ln>
                <a:solidFill>
                  <a:srgbClr val="0D0D0D"/>
                </a:solidFill>
                <a:effectLst/>
                <a:latin typeface="Söhne Mono"/>
              </a:rPr>
              <a:t>time</a:t>
            </a:r>
            <a:r>
              <a:rPr kumimoji="0" lang="fr-FR" altLang="fr-FR" sz="1200" b="0" i="0" u="none" strike="noStrike" cap="none" normalizeH="0" baseline="0" dirty="0">
                <a:ln>
                  <a:noFill/>
                </a:ln>
                <a:solidFill>
                  <a:srgbClr val="0D0D0D"/>
                </a:solidFill>
                <a:effectLst/>
                <a:latin typeface="Söhne"/>
              </a:rPr>
              <a:t>, </a:t>
            </a:r>
            <a:r>
              <a:rPr kumimoji="0" lang="fr-FR" altLang="fr-FR" b="1" i="0" u="none" strike="noStrike" cap="none" normalizeH="0" baseline="0" dirty="0" err="1">
                <a:ln>
                  <a:noFill/>
                </a:ln>
                <a:solidFill>
                  <a:srgbClr val="0D0D0D"/>
                </a:solidFill>
                <a:effectLst/>
                <a:latin typeface="Söhne Mono"/>
              </a:rPr>
              <a:t>datetime</a:t>
            </a:r>
            <a:r>
              <a:rPr kumimoji="0" lang="fr-FR" altLang="fr-FR" b="1" i="0" u="none" strike="noStrike" cap="none" normalizeH="0" baseline="0" dirty="0">
                <a:ln>
                  <a:noFill/>
                </a:ln>
                <a:solidFill>
                  <a:srgbClr val="0D0D0D"/>
                </a:solidFill>
                <a:effectLst/>
                <a:latin typeface="Söhne Mono"/>
              </a:rPr>
              <a:t>-local</a:t>
            </a:r>
            <a:r>
              <a:rPr kumimoji="0" lang="fr-FR" altLang="fr-FR" sz="1200" b="0" i="0" u="none" strike="noStrike" cap="none" normalizeH="0" baseline="0" dirty="0">
                <a:ln>
                  <a:noFill/>
                </a:ln>
                <a:solidFill>
                  <a:srgbClr val="0D0D0D"/>
                </a:solidFill>
                <a:effectLst/>
                <a:latin typeface="Söhne"/>
              </a:rPr>
              <a:t>, </a:t>
            </a:r>
            <a:r>
              <a:rPr kumimoji="0" lang="fr-FR" altLang="fr-FR" b="1" i="0" u="none" strike="noStrike" cap="none" normalizeH="0" baseline="0" dirty="0" err="1">
                <a:ln>
                  <a:noFill/>
                </a:ln>
                <a:solidFill>
                  <a:srgbClr val="0D0D0D"/>
                </a:solidFill>
                <a:effectLst/>
                <a:latin typeface="Söhne Mono"/>
              </a:rPr>
              <a:t>month</a:t>
            </a:r>
            <a:r>
              <a:rPr kumimoji="0" lang="fr-FR" altLang="fr-FR" sz="1200" b="0" i="0" u="none" strike="noStrike" cap="none" normalizeH="0" baseline="0" dirty="0">
                <a:ln>
                  <a:noFill/>
                </a:ln>
                <a:solidFill>
                  <a:srgbClr val="0D0D0D"/>
                </a:solidFill>
                <a:effectLst/>
                <a:latin typeface="Söhne"/>
              </a:rPr>
              <a:t>, </a:t>
            </a:r>
            <a:r>
              <a:rPr kumimoji="0" lang="fr-FR" altLang="fr-FR" b="1" i="0" u="none" strike="noStrike" cap="none" normalizeH="0" baseline="0" dirty="0" err="1">
                <a:ln>
                  <a:noFill/>
                </a:ln>
                <a:solidFill>
                  <a:srgbClr val="0D0D0D"/>
                </a:solidFill>
                <a:effectLst/>
                <a:latin typeface="Söhne Mono"/>
              </a:rPr>
              <a:t>week</a:t>
            </a:r>
            <a:r>
              <a:rPr kumimoji="0" lang="fr-FR" altLang="fr-FR" sz="1200" b="0" i="0" u="none" strike="noStrike" cap="none" normalizeH="0" baseline="0" dirty="0">
                <a:ln>
                  <a:noFill/>
                </a:ln>
                <a:solidFill>
                  <a:srgbClr val="0D0D0D"/>
                </a:solidFill>
                <a:effectLst/>
                <a:latin typeface="Söhne"/>
              </a:rPr>
              <a:t> : Champs pour la saisie de date et/ou heure.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sz="1200" b="0" i="0" u="none" strike="noStrike" cap="none" normalizeH="0" baseline="0" dirty="0">
                <a:ln>
                  <a:noFill/>
                </a:ln>
                <a:solidFill>
                  <a:srgbClr val="0D0D0D"/>
                </a:solidFill>
                <a:effectLst/>
                <a:latin typeface="Söhne"/>
              </a:rPr>
              <a:t>Caractéristiques : Fournit des sélecteurs pour choisir facilement une date, une heure, ou les deux.</a:t>
            </a:r>
          </a:p>
          <a:p>
            <a:pPr marL="0" marR="0" lvl="0" indent="0" algn="l" defTabSz="914400" rtl="0" eaLnBrk="0" fontAlgn="base" latinLnBrk="0" hangingPunct="0">
              <a:lnSpc>
                <a:spcPct val="100000"/>
              </a:lnSpc>
              <a:spcBef>
                <a:spcPct val="0"/>
              </a:spcBef>
              <a:spcAft>
                <a:spcPct val="0"/>
              </a:spcAft>
              <a:buClrTx/>
              <a:buSzTx/>
              <a:buFontTx/>
              <a:buAutoNum type="arabicPeriod" startAt="16"/>
              <a:tabLst/>
            </a:pPr>
            <a:r>
              <a:rPr kumimoji="0" lang="fr-FR" altLang="fr-FR" b="1" i="0" u="none" strike="noStrike" cap="none" normalizeH="0" baseline="0" dirty="0" err="1">
                <a:ln>
                  <a:noFill/>
                </a:ln>
                <a:solidFill>
                  <a:srgbClr val="0D0D0D"/>
                </a:solidFill>
                <a:effectLst/>
                <a:latin typeface="Söhne Mono"/>
              </a:rPr>
              <a:t>search</a:t>
            </a:r>
            <a:r>
              <a:rPr kumimoji="0" lang="fr-FR" altLang="fr-FR" sz="1200" b="0" i="0" u="none" strike="noStrike" cap="none" normalizeH="0" baseline="0" dirty="0">
                <a:ln>
                  <a:noFill/>
                </a:ln>
                <a:solidFill>
                  <a:srgbClr val="0D0D0D"/>
                </a:solidFill>
                <a:effectLst/>
                <a:latin typeface="Söhne"/>
              </a:rPr>
              <a:t> : Champ de recherche.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sz="1200" b="0" i="0" u="none" strike="noStrike" cap="none" normalizeH="0" baseline="0" dirty="0">
                <a:ln>
                  <a:noFill/>
                </a:ln>
                <a:solidFill>
                  <a:srgbClr val="0D0D0D"/>
                </a:solidFill>
                <a:effectLst/>
                <a:latin typeface="Söhne"/>
              </a:rPr>
              <a:t>Caractéristiques : Semblable à </a:t>
            </a:r>
            <a:r>
              <a:rPr kumimoji="0" lang="fr-FR" altLang="fr-FR" b="1" i="0" u="none" strike="noStrike" cap="none" normalizeH="0" baseline="0" dirty="0" err="1">
                <a:ln>
                  <a:noFill/>
                </a:ln>
                <a:solidFill>
                  <a:srgbClr val="0D0D0D"/>
                </a:solidFill>
                <a:effectLst/>
                <a:latin typeface="Söhne Mono"/>
              </a:rPr>
              <a:t>text</a:t>
            </a:r>
            <a:r>
              <a:rPr kumimoji="0" lang="fr-FR" altLang="fr-FR" sz="1200" b="0" i="0" u="none" strike="noStrike" cap="none" normalizeH="0" baseline="0" dirty="0">
                <a:ln>
                  <a:noFill/>
                </a:ln>
                <a:solidFill>
                  <a:srgbClr val="0D0D0D"/>
                </a:solidFill>
                <a:effectLst/>
                <a:latin typeface="Söhne"/>
              </a:rPr>
              <a:t> mais optimisé pour les recherches, peut inclure un bouton pour effacer le champ.</a:t>
            </a:r>
          </a:p>
          <a:p>
            <a:pPr marL="0" marR="0" lvl="0" indent="0" algn="l" defTabSz="914400" rtl="0" eaLnBrk="0" fontAlgn="base" latinLnBrk="0" hangingPunct="0">
              <a:lnSpc>
                <a:spcPct val="100000"/>
              </a:lnSpc>
              <a:spcBef>
                <a:spcPct val="0"/>
              </a:spcBef>
              <a:spcAft>
                <a:spcPct val="0"/>
              </a:spcAft>
              <a:buClrTx/>
              <a:buSzTx/>
              <a:buFontTx/>
              <a:buAutoNum type="arabicPeriod" startAt="17"/>
              <a:tabLst/>
            </a:pPr>
            <a:r>
              <a:rPr kumimoji="0" lang="fr-FR" altLang="fr-FR" b="1" i="0" u="none" strike="noStrike" cap="none" normalizeH="0" baseline="0" dirty="0">
                <a:ln>
                  <a:noFill/>
                </a:ln>
                <a:solidFill>
                  <a:srgbClr val="0D0D0D"/>
                </a:solidFill>
                <a:effectLst/>
                <a:latin typeface="Söhne Mono"/>
              </a:rPr>
              <a:t>tel</a:t>
            </a:r>
            <a:r>
              <a:rPr kumimoji="0" lang="fr-FR" altLang="fr-FR" sz="1200" b="0" i="0" u="none" strike="noStrike" cap="none" normalizeH="0" baseline="0" dirty="0">
                <a:ln>
                  <a:noFill/>
                </a:ln>
                <a:solidFill>
                  <a:srgbClr val="0D0D0D"/>
                </a:solidFill>
                <a:effectLst/>
                <a:latin typeface="Söhne"/>
              </a:rPr>
              <a:t> : Champ pour la saisie de numéros de téléphone.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sz="1200" b="0" i="0" u="none" strike="noStrike" cap="none" normalizeH="0" baseline="0" dirty="0">
                <a:ln>
                  <a:noFill/>
                </a:ln>
                <a:solidFill>
                  <a:srgbClr val="0D0D0D"/>
                </a:solidFill>
                <a:effectLst/>
                <a:latin typeface="Söhne"/>
              </a:rPr>
              <a:t>Caractéristiques : Permet une certaine flexibilité dans le format du numéro de téléphone, mais ne valide pas le numéro en tant que tel.</a:t>
            </a:r>
          </a:p>
          <a:p>
            <a:pPr marL="0" marR="0" lvl="0" indent="0" algn="l" defTabSz="914400" rtl="0" eaLnBrk="0" fontAlgn="base" latinLnBrk="0" hangingPunct="0">
              <a:lnSpc>
                <a:spcPct val="100000"/>
              </a:lnSpc>
              <a:spcBef>
                <a:spcPct val="0"/>
              </a:spcBef>
              <a:spcAft>
                <a:spcPct val="0"/>
              </a:spcAft>
              <a:buClrTx/>
              <a:buSzTx/>
              <a:buFontTx/>
              <a:buAutoNum type="arabicPeriod" startAt="18"/>
              <a:tabLst/>
            </a:pPr>
            <a:r>
              <a:rPr kumimoji="0" lang="fr-FR" altLang="fr-FR" b="1" i="0" u="none" strike="noStrike" cap="none" normalizeH="0" baseline="0" dirty="0" err="1">
                <a:ln>
                  <a:noFill/>
                </a:ln>
                <a:solidFill>
                  <a:srgbClr val="0D0D0D"/>
                </a:solidFill>
                <a:effectLst/>
                <a:latin typeface="Söhne Mono"/>
              </a:rPr>
              <a:t>color</a:t>
            </a:r>
            <a:r>
              <a:rPr kumimoji="0" lang="fr-FR" altLang="fr-FR" sz="1200" b="0" i="0" u="none" strike="noStrike" cap="none" normalizeH="0" baseline="0" dirty="0">
                <a:ln>
                  <a:noFill/>
                </a:ln>
                <a:solidFill>
                  <a:srgbClr val="0D0D0D"/>
                </a:solidFill>
                <a:effectLst/>
                <a:latin typeface="Söhne"/>
              </a:rPr>
              <a:t> : Sélecteur de couleur.</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sz="1200" b="0" i="0" u="none" strike="noStrike" cap="none" normalizeH="0" baseline="0" dirty="0">
                <a:ln>
                  <a:noFill/>
                </a:ln>
                <a:solidFill>
                  <a:srgbClr val="0D0D0D"/>
                </a:solidFill>
                <a:effectLst/>
                <a:latin typeface="Söhne"/>
              </a:rPr>
              <a:t>Caractéristiques : Permet à l'utilisateur de choisir une couleur.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7090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EBEE5-4454-E3FF-B29E-461664F9DF4E}"/>
            </a:ext>
          </a:extLst>
        </p:cNvPr>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48FDA539-A029-47E0-615D-CC8EC9BE6402}"/>
              </a:ext>
            </a:extLst>
          </p:cNvPr>
          <p:cNvSpPr>
            <a:spLocks noGrp="1"/>
          </p:cNvSpPr>
          <p:nvPr>
            <p:ph type="sldNum" sz="quarter" idx="12"/>
          </p:nvPr>
        </p:nvSpPr>
        <p:spPr/>
        <p:txBody>
          <a:bodyPr/>
          <a:lstStyle/>
          <a:p>
            <a:pPr rtl="0"/>
            <a:fld id="{3A98EE3D-8CD1-4C3F-BD1C-C98C9596463C}" type="slidenum">
              <a:rPr lang="fr-FR" noProof="0" smtClean="0"/>
              <a:t>10</a:t>
            </a:fld>
            <a:endParaRPr lang="fr-FR" noProof="0"/>
          </a:p>
        </p:txBody>
      </p:sp>
      <p:sp>
        <p:nvSpPr>
          <p:cNvPr id="3" name="Espace réservé du pied de page 2">
            <a:extLst>
              <a:ext uri="{FF2B5EF4-FFF2-40B4-BE49-F238E27FC236}">
                <a16:creationId xmlns:a16="http://schemas.microsoft.com/office/drawing/2014/main" id="{C6F90746-050E-407C-468B-D52D94F97F49}"/>
              </a:ext>
            </a:extLst>
          </p:cNvPr>
          <p:cNvSpPr>
            <a:spLocks noGrp="1"/>
          </p:cNvSpPr>
          <p:nvPr>
            <p:ph type="ftr" sz="quarter" idx="11"/>
          </p:nvPr>
        </p:nvSpPr>
        <p:spPr/>
        <p:txBody>
          <a:bodyPr/>
          <a:lstStyle/>
          <a:p>
            <a:pPr algn="l" rtl="0"/>
            <a:r>
              <a:rPr lang="fr-FR" noProof="0"/>
              <a:t>Guillaume FOVEAU 2026</a:t>
            </a:r>
            <a:endParaRPr lang="fr-FR" noProof="0" dirty="0"/>
          </a:p>
        </p:txBody>
      </p:sp>
      <p:sp>
        <p:nvSpPr>
          <p:cNvPr id="4" name="Titre 3">
            <a:extLst>
              <a:ext uri="{FF2B5EF4-FFF2-40B4-BE49-F238E27FC236}">
                <a16:creationId xmlns:a16="http://schemas.microsoft.com/office/drawing/2014/main" id="{AF778BD5-13FA-223D-DA47-414033135868}"/>
              </a:ext>
            </a:extLst>
          </p:cNvPr>
          <p:cNvSpPr>
            <a:spLocks noGrp="1"/>
          </p:cNvSpPr>
          <p:nvPr>
            <p:ph type="title"/>
          </p:nvPr>
        </p:nvSpPr>
        <p:spPr/>
        <p:txBody>
          <a:bodyPr/>
          <a:lstStyle/>
          <a:p>
            <a:r>
              <a:rPr lang="fr-FR" dirty="0"/>
              <a:t>Les caractéristiques styles</a:t>
            </a:r>
          </a:p>
        </p:txBody>
      </p:sp>
      <p:sp>
        <p:nvSpPr>
          <p:cNvPr id="6" name="Rectangle 1">
            <a:extLst>
              <a:ext uri="{FF2B5EF4-FFF2-40B4-BE49-F238E27FC236}">
                <a16:creationId xmlns:a16="http://schemas.microsoft.com/office/drawing/2014/main" id="{5F0141EA-0E1C-6E91-D40C-0AFF99F9BEB7}"/>
              </a:ext>
            </a:extLst>
          </p:cNvPr>
          <p:cNvSpPr>
            <a:spLocks noGrp="1" noChangeArrowheads="1"/>
          </p:cNvSpPr>
          <p:nvPr>
            <p:ph idx="1"/>
          </p:nvPr>
        </p:nvSpPr>
        <p:spPr bwMode="auto">
          <a:xfrm>
            <a:off x="581192" y="3403837"/>
            <a:ext cx="65" cy="12316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98375" rIns="0" bIns="198375"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8" name="Rectangle 3">
            <a:extLst>
              <a:ext uri="{FF2B5EF4-FFF2-40B4-BE49-F238E27FC236}">
                <a16:creationId xmlns:a16="http://schemas.microsoft.com/office/drawing/2014/main" id="{AF7D358A-5D00-C564-A88D-F0CC033CF20D}"/>
              </a:ext>
            </a:extLst>
          </p:cNvPr>
          <p:cNvSpPr>
            <a:spLocks noChangeArrowheads="1"/>
          </p:cNvSpPr>
          <p:nvPr/>
        </p:nvSpPr>
        <p:spPr bwMode="auto">
          <a:xfrm>
            <a:off x="486770" y="3559899"/>
            <a:ext cx="65" cy="67762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98375" rIns="0" bIns="198375"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5" name="Rectangle 1">
            <a:extLst>
              <a:ext uri="{FF2B5EF4-FFF2-40B4-BE49-F238E27FC236}">
                <a16:creationId xmlns:a16="http://schemas.microsoft.com/office/drawing/2014/main" id="{6ABF7812-017B-3B2D-5174-F874BC65B442}"/>
              </a:ext>
            </a:extLst>
          </p:cNvPr>
          <p:cNvSpPr>
            <a:spLocks noChangeArrowheads="1"/>
          </p:cNvSpPr>
          <p:nvPr/>
        </p:nvSpPr>
        <p:spPr bwMode="auto">
          <a:xfrm>
            <a:off x="0" y="-477311"/>
            <a:ext cx="65" cy="95462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98375" rIns="0" bIns="198375"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9" name="ZoneTexte 8">
            <a:extLst>
              <a:ext uri="{FF2B5EF4-FFF2-40B4-BE49-F238E27FC236}">
                <a16:creationId xmlns:a16="http://schemas.microsoft.com/office/drawing/2014/main" id="{64EEB566-46DA-64AA-5E38-8E630197A80F}"/>
              </a:ext>
            </a:extLst>
          </p:cNvPr>
          <p:cNvSpPr txBox="1"/>
          <p:nvPr/>
        </p:nvSpPr>
        <p:spPr>
          <a:xfrm>
            <a:off x="486769" y="1956179"/>
            <a:ext cx="11186615" cy="378565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fr-FR" altLang="fr-FR" sz="1200" b="1" i="0" u="none" strike="noStrike" cap="none" normalizeH="0" baseline="0" dirty="0" err="1">
                <a:ln>
                  <a:noFill/>
                </a:ln>
                <a:solidFill>
                  <a:srgbClr val="0D0D0D"/>
                </a:solidFill>
                <a:effectLst/>
                <a:latin typeface="Söhne"/>
              </a:rPr>
              <a:t>Color</a:t>
            </a:r>
            <a:r>
              <a:rPr kumimoji="0" lang="fr-FR" altLang="fr-FR" sz="1200" b="0" i="0" u="none" strike="noStrike" cap="none" normalizeH="0" baseline="0" dirty="0">
                <a:ln>
                  <a:noFill/>
                </a:ln>
                <a:solidFill>
                  <a:srgbClr val="0D0D0D"/>
                </a:solidFill>
                <a:effectLst/>
                <a:latin typeface="Söhne"/>
              </a:rPr>
              <a:t>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b="1" i="0" u="none" strike="noStrike" cap="none" normalizeH="0" baseline="0" dirty="0" err="1">
                <a:ln>
                  <a:noFill/>
                </a:ln>
                <a:solidFill>
                  <a:srgbClr val="0D0D0D"/>
                </a:solidFill>
                <a:effectLst/>
                <a:latin typeface="Söhne Mono"/>
              </a:rPr>
              <a:t>color</a:t>
            </a:r>
            <a:r>
              <a:rPr kumimoji="0" lang="fr-FR" altLang="fr-FR" sz="1200" b="0" i="0" u="none" strike="noStrike" cap="none" normalizeH="0" baseline="0" dirty="0">
                <a:ln>
                  <a:noFill/>
                </a:ln>
                <a:solidFill>
                  <a:srgbClr val="0D0D0D"/>
                </a:solidFill>
                <a:effectLst/>
                <a:latin typeface="Söhne"/>
              </a:rPr>
              <a:t>: Définit la couleur du texte.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b="1" i="0" u="none" strike="noStrike" cap="none" normalizeH="0" baseline="0" dirty="0">
                <a:ln>
                  <a:noFill/>
                </a:ln>
                <a:solidFill>
                  <a:srgbClr val="0D0D0D"/>
                </a:solidFill>
                <a:effectLst/>
                <a:latin typeface="Söhne Mono"/>
              </a:rPr>
              <a:t>background-</a:t>
            </a:r>
            <a:r>
              <a:rPr kumimoji="0" lang="fr-FR" altLang="fr-FR" b="1" i="0" u="none" strike="noStrike" cap="none" normalizeH="0" baseline="0" dirty="0" err="1">
                <a:ln>
                  <a:noFill/>
                </a:ln>
                <a:solidFill>
                  <a:srgbClr val="0D0D0D"/>
                </a:solidFill>
                <a:effectLst/>
                <a:latin typeface="Söhne Mono"/>
              </a:rPr>
              <a:t>color</a:t>
            </a:r>
            <a:r>
              <a:rPr kumimoji="0" lang="fr-FR" altLang="fr-FR" sz="1200" b="0" i="0" u="none" strike="noStrike" cap="none" normalizeH="0" baseline="0" dirty="0">
                <a:ln>
                  <a:noFill/>
                </a:ln>
                <a:solidFill>
                  <a:srgbClr val="0D0D0D"/>
                </a:solidFill>
                <a:effectLst/>
                <a:latin typeface="Söhne"/>
              </a:rPr>
              <a:t>: Définit la couleur d'arrière-plan.</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fr-FR" altLang="fr-FR" sz="1200" b="1" i="0" u="none" strike="noStrike" cap="none" normalizeH="0" baseline="0" dirty="0" err="1">
                <a:ln>
                  <a:noFill/>
                </a:ln>
                <a:solidFill>
                  <a:srgbClr val="0D0D0D"/>
                </a:solidFill>
                <a:effectLst/>
                <a:latin typeface="Söhne"/>
              </a:rPr>
              <a:t>Text</a:t>
            </a:r>
            <a:r>
              <a:rPr kumimoji="0" lang="fr-FR" altLang="fr-FR" sz="1200" b="1" i="0" u="none" strike="noStrike" cap="none" normalizeH="0" baseline="0" dirty="0">
                <a:ln>
                  <a:noFill/>
                </a:ln>
                <a:solidFill>
                  <a:srgbClr val="0D0D0D"/>
                </a:solidFill>
                <a:effectLst/>
                <a:latin typeface="Söhne"/>
              </a:rPr>
              <a:t> </a:t>
            </a:r>
            <a:r>
              <a:rPr kumimoji="0" lang="fr-FR" altLang="fr-FR" sz="1200" b="1" i="0" u="none" strike="noStrike" cap="none" normalizeH="0" baseline="0" dirty="0" err="1">
                <a:ln>
                  <a:noFill/>
                </a:ln>
                <a:solidFill>
                  <a:srgbClr val="0D0D0D"/>
                </a:solidFill>
                <a:effectLst/>
                <a:latin typeface="Söhne"/>
              </a:rPr>
              <a:t>Formatting</a:t>
            </a:r>
            <a:r>
              <a:rPr kumimoji="0" lang="fr-FR" altLang="fr-FR" sz="1200" b="0" i="0" u="none" strike="noStrike" cap="none" normalizeH="0" baseline="0" dirty="0">
                <a:ln>
                  <a:noFill/>
                </a:ln>
                <a:solidFill>
                  <a:srgbClr val="0D0D0D"/>
                </a:solidFill>
                <a:effectLst/>
                <a:latin typeface="Söhne"/>
              </a:rPr>
              <a:t>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b="1" i="0" u="none" strike="noStrike" cap="none" normalizeH="0" baseline="0" dirty="0">
                <a:ln>
                  <a:noFill/>
                </a:ln>
                <a:solidFill>
                  <a:srgbClr val="0D0D0D"/>
                </a:solidFill>
                <a:effectLst/>
                <a:latin typeface="Söhne Mono"/>
              </a:rPr>
              <a:t>font-</a:t>
            </a:r>
            <a:r>
              <a:rPr kumimoji="0" lang="fr-FR" altLang="fr-FR" b="1" i="0" u="none" strike="noStrike" cap="none" normalizeH="0" baseline="0" dirty="0" err="1">
                <a:ln>
                  <a:noFill/>
                </a:ln>
                <a:solidFill>
                  <a:srgbClr val="0D0D0D"/>
                </a:solidFill>
                <a:effectLst/>
                <a:latin typeface="Söhne Mono"/>
              </a:rPr>
              <a:t>family</a:t>
            </a:r>
            <a:r>
              <a:rPr kumimoji="0" lang="fr-FR" altLang="fr-FR" sz="1200" b="0" i="0" u="none" strike="noStrike" cap="none" normalizeH="0" baseline="0" dirty="0">
                <a:ln>
                  <a:noFill/>
                </a:ln>
                <a:solidFill>
                  <a:srgbClr val="0D0D0D"/>
                </a:solidFill>
                <a:effectLst/>
                <a:latin typeface="Söhne"/>
              </a:rPr>
              <a:t>: Définit la police de caractères.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b="1" i="0" u="none" strike="noStrike" cap="none" normalizeH="0" baseline="0" dirty="0">
                <a:ln>
                  <a:noFill/>
                </a:ln>
                <a:solidFill>
                  <a:srgbClr val="0D0D0D"/>
                </a:solidFill>
                <a:effectLst/>
                <a:latin typeface="Söhne Mono"/>
              </a:rPr>
              <a:t>font-size</a:t>
            </a:r>
            <a:r>
              <a:rPr kumimoji="0" lang="fr-FR" altLang="fr-FR" sz="1200" b="0" i="0" u="none" strike="noStrike" cap="none" normalizeH="0" baseline="0" dirty="0">
                <a:ln>
                  <a:noFill/>
                </a:ln>
                <a:solidFill>
                  <a:srgbClr val="0D0D0D"/>
                </a:solidFill>
                <a:effectLst/>
                <a:latin typeface="Söhne"/>
              </a:rPr>
              <a:t>: Définit la taille de la police.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b="1" i="0" u="none" strike="noStrike" cap="none" normalizeH="0" baseline="0" dirty="0">
                <a:ln>
                  <a:noFill/>
                </a:ln>
                <a:solidFill>
                  <a:srgbClr val="0D0D0D"/>
                </a:solidFill>
                <a:effectLst/>
                <a:latin typeface="Söhne Mono"/>
              </a:rPr>
              <a:t>font-</a:t>
            </a:r>
            <a:r>
              <a:rPr kumimoji="0" lang="fr-FR" altLang="fr-FR" b="1" i="0" u="none" strike="noStrike" cap="none" normalizeH="0" baseline="0" dirty="0" err="1">
                <a:ln>
                  <a:noFill/>
                </a:ln>
                <a:solidFill>
                  <a:srgbClr val="0D0D0D"/>
                </a:solidFill>
                <a:effectLst/>
                <a:latin typeface="Söhne Mono"/>
              </a:rPr>
              <a:t>weight</a:t>
            </a:r>
            <a:r>
              <a:rPr kumimoji="0" lang="fr-FR" altLang="fr-FR" sz="1200" b="0" i="0" u="none" strike="noStrike" cap="none" normalizeH="0" baseline="0" dirty="0">
                <a:ln>
                  <a:noFill/>
                </a:ln>
                <a:solidFill>
                  <a:srgbClr val="0D0D0D"/>
                </a:solidFill>
                <a:effectLst/>
                <a:latin typeface="Söhne"/>
              </a:rPr>
              <a:t>: Définit l'épaisseur de la police (</a:t>
            </a:r>
            <a:r>
              <a:rPr kumimoji="0" lang="fr-FR" altLang="fr-FR" sz="1200" b="0" i="0" u="none" strike="noStrike" cap="none" normalizeH="0" baseline="0" dirty="0" err="1">
                <a:ln>
                  <a:noFill/>
                </a:ln>
                <a:solidFill>
                  <a:srgbClr val="0D0D0D"/>
                </a:solidFill>
                <a:effectLst/>
                <a:latin typeface="Söhne"/>
              </a:rPr>
              <a:t>bold</a:t>
            </a:r>
            <a:r>
              <a:rPr kumimoji="0" lang="fr-FR" altLang="fr-FR" sz="1200" b="0" i="0" u="none" strike="noStrike" cap="none" normalizeH="0" baseline="0" dirty="0">
                <a:ln>
                  <a:noFill/>
                </a:ln>
                <a:solidFill>
                  <a:srgbClr val="0D0D0D"/>
                </a:solidFill>
                <a:effectLst/>
                <a:latin typeface="Söhne"/>
              </a:rPr>
              <a:t>, normal, etc.).</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b="1" i="0" u="none" strike="noStrike" cap="none" normalizeH="0" baseline="0" dirty="0">
                <a:ln>
                  <a:noFill/>
                </a:ln>
                <a:solidFill>
                  <a:srgbClr val="0D0D0D"/>
                </a:solidFill>
                <a:effectLst/>
                <a:latin typeface="Söhne Mono"/>
              </a:rPr>
              <a:t>font-style</a:t>
            </a:r>
            <a:r>
              <a:rPr kumimoji="0" lang="fr-FR" altLang="fr-FR" sz="1200" b="0" i="0" u="none" strike="noStrike" cap="none" normalizeH="0" baseline="0" dirty="0">
                <a:ln>
                  <a:noFill/>
                </a:ln>
                <a:solidFill>
                  <a:srgbClr val="0D0D0D"/>
                </a:solidFill>
                <a:effectLst/>
                <a:latin typeface="Söhne"/>
              </a:rPr>
              <a:t>: Définit le style de la police (</a:t>
            </a:r>
            <a:r>
              <a:rPr kumimoji="0" lang="fr-FR" altLang="fr-FR" sz="1200" b="0" i="0" u="none" strike="noStrike" cap="none" normalizeH="0" baseline="0" dirty="0" err="1">
                <a:ln>
                  <a:noFill/>
                </a:ln>
                <a:solidFill>
                  <a:srgbClr val="0D0D0D"/>
                </a:solidFill>
                <a:effectLst/>
                <a:latin typeface="Söhne"/>
              </a:rPr>
              <a:t>italic</a:t>
            </a:r>
            <a:r>
              <a:rPr kumimoji="0" lang="fr-FR" altLang="fr-FR" sz="1200" b="0" i="0" u="none" strike="noStrike" cap="none" normalizeH="0" baseline="0" dirty="0">
                <a:ln>
                  <a:noFill/>
                </a:ln>
                <a:solidFill>
                  <a:srgbClr val="0D0D0D"/>
                </a:solidFill>
                <a:effectLst/>
                <a:latin typeface="Söhne"/>
              </a:rPr>
              <a:t>, normal, etc.).</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b="1" i="0" u="none" strike="noStrike" cap="none" normalizeH="0" baseline="0" dirty="0" err="1">
                <a:ln>
                  <a:noFill/>
                </a:ln>
                <a:solidFill>
                  <a:srgbClr val="0D0D0D"/>
                </a:solidFill>
                <a:effectLst/>
                <a:latin typeface="Söhne Mono"/>
              </a:rPr>
              <a:t>text-align</a:t>
            </a:r>
            <a:r>
              <a:rPr kumimoji="0" lang="fr-FR" altLang="fr-FR" sz="1200" b="0" i="0" u="none" strike="noStrike" cap="none" normalizeH="0" baseline="0" dirty="0">
                <a:ln>
                  <a:noFill/>
                </a:ln>
                <a:solidFill>
                  <a:srgbClr val="0D0D0D"/>
                </a:solidFill>
                <a:effectLst/>
                <a:latin typeface="Söhne"/>
              </a:rPr>
              <a:t>: Définit l'alignement horizontal du texte (</a:t>
            </a:r>
            <a:r>
              <a:rPr kumimoji="0" lang="fr-FR" altLang="fr-FR" sz="1200" b="0" i="0" u="none" strike="noStrike" cap="none" normalizeH="0" baseline="0" dirty="0" err="1">
                <a:ln>
                  <a:noFill/>
                </a:ln>
                <a:solidFill>
                  <a:srgbClr val="0D0D0D"/>
                </a:solidFill>
                <a:effectLst/>
                <a:latin typeface="Söhne"/>
              </a:rPr>
              <a:t>left</a:t>
            </a:r>
            <a:r>
              <a:rPr kumimoji="0" lang="fr-FR" altLang="fr-FR" sz="1200" b="0" i="0" u="none" strike="noStrike" cap="none" normalizeH="0" baseline="0" dirty="0">
                <a:ln>
                  <a:noFill/>
                </a:ln>
                <a:solidFill>
                  <a:srgbClr val="0D0D0D"/>
                </a:solidFill>
                <a:effectLst/>
                <a:latin typeface="Söhne"/>
              </a:rPr>
              <a:t>, right, center, </a:t>
            </a:r>
            <a:r>
              <a:rPr kumimoji="0" lang="fr-FR" altLang="fr-FR" sz="1200" b="0" i="0" u="none" strike="noStrike" cap="none" normalizeH="0" baseline="0" dirty="0" err="1">
                <a:ln>
                  <a:noFill/>
                </a:ln>
                <a:solidFill>
                  <a:srgbClr val="0D0D0D"/>
                </a:solidFill>
                <a:effectLst/>
                <a:latin typeface="Söhne"/>
              </a:rPr>
              <a:t>justify</a:t>
            </a:r>
            <a:r>
              <a:rPr kumimoji="0" lang="fr-FR" altLang="fr-FR" sz="1200" b="0" i="0" u="none" strike="noStrike" cap="none" normalizeH="0" baseline="0" dirty="0">
                <a:ln>
                  <a:noFill/>
                </a:ln>
                <a:solidFill>
                  <a:srgbClr val="0D0D0D"/>
                </a:solidFill>
                <a:effectLst/>
                <a:latin typeface="Söhne"/>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b="1" i="0" u="none" strike="noStrike" cap="none" normalizeH="0" baseline="0" dirty="0" err="1">
                <a:ln>
                  <a:noFill/>
                </a:ln>
                <a:solidFill>
                  <a:srgbClr val="0D0D0D"/>
                </a:solidFill>
                <a:effectLst/>
                <a:latin typeface="Söhne Mono"/>
              </a:rPr>
              <a:t>text-decoration</a:t>
            </a:r>
            <a:r>
              <a:rPr kumimoji="0" lang="fr-FR" altLang="fr-FR" sz="1200" b="0" i="0" u="none" strike="noStrike" cap="none" normalizeH="0" baseline="0" dirty="0">
                <a:ln>
                  <a:noFill/>
                </a:ln>
                <a:solidFill>
                  <a:srgbClr val="0D0D0D"/>
                </a:solidFill>
                <a:effectLst/>
                <a:latin typeface="Söhne"/>
              </a:rPr>
              <a:t>: Définit la décoration du texte (</a:t>
            </a:r>
            <a:r>
              <a:rPr kumimoji="0" lang="fr-FR" altLang="fr-FR" sz="1200" b="0" i="0" u="none" strike="noStrike" cap="none" normalizeH="0" baseline="0" dirty="0" err="1">
                <a:ln>
                  <a:noFill/>
                </a:ln>
                <a:solidFill>
                  <a:srgbClr val="0D0D0D"/>
                </a:solidFill>
                <a:effectLst/>
                <a:latin typeface="Söhne"/>
              </a:rPr>
              <a:t>underline</a:t>
            </a:r>
            <a:r>
              <a:rPr kumimoji="0" lang="fr-FR" altLang="fr-FR" sz="1200" b="0" i="0" u="none" strike="noStrike" cap="none" normalizeH="0" baseline="0" dirty="0">
                <a:ln>
                  <a:noFill/>
                </a:ln>
                <a:solidFill>
                  <a:srgbClr val="0D0D0D"/>
                </a:solidFill>
                <a:effectLst/>
                <a:latin typeface="Söhne"/>
              </a:rPr>
              <a:t>, line-</a:t>
            </a:r>
            <a:r>
              <a:rPr kumimoji="0" lang="fr-FR" altLang="fr-FR" sz="1200" b="0" i="0" u="none" strike="noStrike" cap="none" normalizeH="0" baseline="0" dirty="0" err="1">
                <a:ln>
                  <a:noFill/>
                </a:ln>
                <a:solidFill>
                  <a:srgbClr val="0D0D0D"/>
                </a:solidFill>
                <a:effectLst/>
                <a:latin typeface="Söhne"/>
              </a:rPr>
              <a:t>through</a:t>
            </a:r>
            <a:r>
              <a:rPr kumimoji="0" lang="fr-FR" altLang="fr-FR" sz="1200" b="0" i="0" u="none" strike="noStrike" cap="none" normalizeH="0" baseline="0" dirty="0">
                <a:ln>
                  <a:noFill/>
                </a:ln>
                <a:solidFill>
                  <a:srgbClr val="0D0D0D"/>
                </a:solidFill>
                <a:effectLst/>
                <a:latin typeface="Söhne"/>
              </a:rPr>
              <a:t>, none).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b="1" i="0" u="none" strike="noStrike" cap="none" normalizeH="0" baseline="0" dirty="0" err="1">
                <a:ln>
                  <a:noFill/>
                </a:ln>
                <a:solidFill>
                  <a:srgbClr val="0D0D0D"/>
                </a:solidFill>
                <a:effectLst/>
                <a:latin typeface="Söhne Mono"/>
              </a:rPr>
              <a:t>text-transform</a:t>
            </a:r>
            <a:r>
              <a:rPr kumimoji="0" lang="fr-FR" altLang="fr-FR" sz="1200" b="0" i="0" u="none" strike="noStrike" cap="none" normalizeH="0" baseline="0" dirty="0">
                <a:ln>
                  <a:noFill/>
                </a:ln>
                <a:solidFill>
                  <a:srgbClr val="0D0D0D"/>
                </a:solidFill>
                <a:effectLst/>
                <a:latin typeface="Söhne"/>
              </a:rPr>
              <a:t>: Contrôle la capitalisation du texte (</a:t>
            </a:r>
            <a:r>
              <a:rPr kumimoji="0" lang="fr-FR" altLang="fr-FR" sz="1200" b="0" i="0" u="none" strike="noStrike" cap="none" normalizeH="0" baseline="0" dirty="0" err="1">
                <a:ln>
                  <a:noFill/>
                </a:ln>
                <a:solidFill>
                  <a:srgbClr val="0D0D0D"/>
                </a:solidFill>
                <a:effectLst/>
                <a:latin typeface="Söhne"/>
              </a:rPr>
              <a:t>uppercase</a:t>
            </a:r>
            <a:r>
              <a:rPr kumimoji="0" lang="fr-FR" altLang="fr-FR" sz="1200" b="0" i="0" u="none" strike="noStrike" cap="none" normalizeH="0" baseline="0" dirty="0">
                <a:ln>
                  <a:noFill/>
                </a:ln>
                <a:solidFill>
                  <a:srgbClr val="0D0D0D"/>
                </a:solidFill>
                <a:effectLst/>
                <a:latin typeface="Söhne"/>
              </a:rPr>
              <a:t>, </a:t>
            </a:r>
            <a:r>
              <a:rPr kumimoji="0" lang="fr-FR" altLang="fr-FR" sz="1200" b="0" i="0" u="none" strike="noStrike" cap="none" normalizeH="0" baseline="0" dirty="0" err="1">
                <a:ln>
                  <a:noFill/>
                </a:ln>
                <a:solidFill>
                  <a:srgbClr val="0D0D0D"/>
                </a:solidFill>
                <a:effectLst/>
                <a:latin typeface="Söhne"/>
              </a:rPr>
              <a:t>lowercase</a:t>
            </a:r>
            <a:r>
              <a:rPr kumimoji="0" lang="fr-FR" altLang="fr-FR" sz="1200" b="0" i="0" u="none" strike="noStrike" cap="none" normalizeH="0" baseline="0" dirty="0">
                <a:ln>
                  <a:noFill/>
                </a:ln>
                <a:solidFill>
                  <a:srgbClr val="0D0D0D"/>
                </a:solidFill>
                <a:effectLst/>
                <a:latin typeface="Söhne"/>
              </a:rPr>
              <a:t>, </a:t>
            </a:r>
            <a:r>
              <a:rPr kumimoji="0" lang="fr-FR" altLang="fr-FR" sz="1200" b="0" i="0" u="none" strike="noStrike" cap="none" normalizeH="0" baseline="0" dirty="0" err="1">
                <a:ln>
                  <a:noFill/>
                </a:ln>
                <a:solidFill>
                  <a:srgbClr val="0D0D0D"/>
                </a:solidFill>
                <a:effectLst/>
                <a:latin typeface="Söhne"/>
              </a:rPr>
              <a:t>capitalize</a:t>
            </a:r>
            <a:r>
              <a:rPr kumimoji="0" lang="fr-FR" altLang="fr-FR" sz="1200" b="0" i="0" u="none" strike="noStrike" cap="none" normalizeH="0" baseline="0" dirty="0">
                <a:ln>
                  <a:noFill/>
                </a:ln>
                <a:solidFill>
                  <a:srgbClr val="0D0D0D"/>
                </a:solidFill>
                <a:effectLst/>
                <a:latin typeface="Söhne"/>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b="1" i="0" u="none" strike="noStrike" cap="none" normalizeH="0" baseline="0" dirty="0">
                <a:ln>
                  <a:noFill/>
                </a:ln>
                <a:solidFill>
                  <a:srgbClr val="0D0D0D"/>
                </a:solidFill>
                <a:effectLst/>
                <a:latin typeface="Söhne Mono"/>
              </a:rPr>
              <a:t>line-</a:t>
            </a:r>
            <a:r>
              <a:rPr kumimoji="0" lang="fr-FR" altLang="fr-FR" b="1" i="0" u="none" strike="noStrike" cap="none" normalizeH="0" baseline="0" dirty="0" err="1">
                <a:ln>
                  <a:noFill/>
                </a:ln>
                <a:solidFill>
                  <a:srgbClr val="0D0D0D"/>
                </a:solidFill>
                <a:effectLst/>
                <a:latin typeface="Söhne Mono"/>
              </a:rPr>
              <a:t>height</a:t>
            </a:r>
            <a:r>
              <a:rPr kumimoji="0" lang="fr-FR" altLang="fr-FR" sz="1200" b="0" i="0" u="none" strike="noStrike" cap="none" normalizeH="0" baseline="0" dirty="0">
                <a:ln>
                  <a:noFill/>
                </a:ln>
                <a:solidFill>
                  <a:srgbClr val="0D0D0D"/>
                </a:solidFill>
                <a:effectLst/>
                <a:latin typeface="Söhne"/>
              </a:rPr>
              <a:t>: Définit la hauteur de ligne du texte.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b="1" i="0" u="none" strike="noStrike" cap="none" normalizeH="0" baseline="0" dirty="0" err="1">
                <a:ln>
                  <a:noFill/>
                </a:ln>
                <a:solidFill>
                  <a:srgbClr val="0D0D0D"/>
                </a:solidFill>
                <a:effectLst/>
                <a:latin typeface="Söhne Mono"/>
              </a:rPr>
              <a:t>letter-spacing</a:t>
            </a:r>
            <a:r>
              <a:rPr kumimoji="0" lang="fr-FR" altLang="fr-FR" sz="1200" b="0" i="0" u="none" strike="noStrike" cap="none" normalizeH="0" baseline="0" dirty="0">
                <a:ln>
                  <a:noFill/>
                </a:ln>
                <a:solidFill>
                  <a:srgbClr val="0D0D0D"/>
                </a:solidFill>
                <a:effectLst/>
                <a:latin typeface="Söhne"/>
              </a:rPr>
              <a:t>: Définit l'espacement entre les caractères.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b="1" i="0" u="none" strike="noStrike" cap="none" normalizeH="0" baseline="0" dirty="0" err="1">
                <a:ln>
                  <a:noFill/>
                </a:ln>
                <a:solidFill>
                  <a:srgbClr val="0D0D0D"/>
                </a:solidFill>
                <a:effectLst/>
                <a:latin typeface="Söhne Mono"/>
              </a:rPr>
              <a:t>word-spacing</a:t>
            </a:r>
            <a:r>
              <a:rPr kumimoji="0" lang="fr-FR" altLang="fr-FR" sz="1200" b="0" i="0" u="none" strike="noStrike" cap="none" normalizeH="0" baseline="0" dirty="0">
                <a:ln>
                  <a:noFill/>
                </a:ln>
                <a:solidFill>
                  <a:srgbClr val="0D0D0D"/>
                </a:solidFill>
                <a:effectLst/>
                <a:latin typeface="Söhne"/>
              </a:rPr>
              <a:t>: Définit l'espacement entre les mots.</a:t>
            </a:r>
          </a:p>
        </p:txBody>
      </p:sp>
    </p:spTree>
    <p:extLst>
      <p:ext uri="{BB962C8B-B14F-4D97-AF65-F5344CB8AC3E}">
        <p14:creationId xmlns:p14="http://schemas.microsoft.com/office/powerpoint/2010/main" val="2472839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8AA238-0424-F363-F768-EE0C21DEEFB3}"/>
            </a:ext>
          </a:extLst>
        </p:cNvPr>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93C3F418-7852-7E54-A865-774187F47E5D}"/>
              </a:ext>
            </a:extLst>
          </p:cNvPr>
          <p:cNvSpPr>
            <a:spLocks noGrp="1"/>
          </p:cNvSpPr>
          <p:nvPr>
            <p:ph type="sldNum" sz="quarter" idx="12"/>
          </p:nvPr>
        </p:nvSpPr>
        <p:spPr/>
        <p:txBody>
          <a:bodyPr/>
          <a:lstStyle/>
          <a:p>
            <a:pPr rtl="0"/>
            <a:fld id="{3A98EE3D-8CD1-4C3F-BD1C-C98C9596463C}" type="slidenum">
              <a:rPr lang="fr-FR" noProof="0" smtClean="0"/>
              <a:t>11</a:t>
            </a:fld>
            <a:endParaRPr lang="fr-FR" noProof="0"/>
          </a:p>
        </p:txBody>
      </p:sp>
      <p:sp>
        <p:nvSpPr>
          <p:cNvPr id="3" name="Espace réservé du pied de page 2">
            <a:extLst>
              <a:ext uri="{FF2B5EF4-FFF2-40B4-BE49-F238E27FC236}">
                <a16:creationId xmlns:a16="http://schemas.microsoft.com/office/drawing/2014/main" id="{7552F848-796E-436B-5E91-3388A290CC70}"/>
              </a:ext>
            </a:extLst>
          </p:cNvPr>
          <p:cNvSpPr>
            <a:spLocks noGrp="1"/>
          </p:cNvSpPr>
          <p:nvPr>
            <p:ph type="ftr" sz="quarter" idx="11"/>
          </p:nvPr>
        </p:nvSpPr>
        <p:spPr/>
        <p:txBody>
          <a:bodyPr/>
          <a:lstStyle/>
          <a:p>
            <a:pPr algn="l" rtl="0"/>
            <a:r>
              <a:rPr lang="fr-FR" noProof="0"/>
              <a:t>Guillaume FOVEAU 2026</a:t>
            </a:r>
            <a:endParaRPr lang="fr-FR" noProof="0" dirty="0"/>
          </a:p>
        </p:txBody>
      </p:sp>
      <p:sp>
        <p:nvSpPr>
          <p:cNvPr id="4" name="Titre 3">
            <a:extLst>
              <a:ext uri="{FF2B5EF4-FFF2-40B4-BE49-F238E27FC236}">
                <a16:creationId xmlns:a16="http://schemas.microsoft.com/office/drawing/2014/main" id="{3E17FA83-427D-8B39-0527-E8DEDDA3EDB8}"/>
              </a:ext>
            </a:extLst>
          </p:cNvPr>
          <p:cNvSpPr>
            <a:spLocks noGrp="1"/>
          </p:cNvSpPr>
          <p:nvPr>
            <p:ph type="title"/>
          </p:nvPr>
        </p:nvSpPr>
        <p:spPr/>
        <p:txBody>
          <a:bodyPr/>
          <a:lstStyle/>
          <a:p>
            <a:r>
              <a:rPr lang="fr-FR" dirty="0"/>
              <a:t>Les caractéristiques styles</a:t>
            </a:r>
          </a:p>
        </p:txBody>
      </p:sp>
      <p:sp>
        <p:nvSpPr>
          <p:cNvPr id="6" name="Rectangle 1">
            <a:extLst>
              <a:ext uri="{FF2B5EF4-FFF2-40B4-BE49-F238E27FC236}">
                <a16:creationId xmlns:a16="http://schemas.microsoft.com/office/drawing/2014/main" id="{BB4C778A-A42E-D0A9-FDF9-651853DED808}"/>
              </a:ext>
            </a:extLst>
          </p:cNvPr>
          <p:cNvSpPr>
            <a:spLocks noGrp="1" noChangeArrowheads="1"/>
          </p:cNvSpPr>
          <p:nvPr>
            <p:ph idx="1"/>
          </p:nvPr>
        </p:nvSpPr>
        <p:spPr bwMode="auto">
          <a:xfrm>
            <a:off x="581192" y="3403837"/>
            <a:ext cx="65" cy="12316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98375" rIns="0" bIns="198375"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8" name="Rectangle 3">
            <a:extLst>
              <a:ext uri="{FF2B5EF4-FFF2-40B4-BE49-F238E27FC236}">
                <a16:creationId xmlns:a16="http://schemas.microsoft.com/office/drawing/2014/main" id="{DE0C02A0-E548-53DC-F1FB-90FAF2EEC040}"/>
              </a:ext>
            </a:extLst>
          </p:cNvPr>
          <p:cNvSpPr>
            <a:spLocks noChangeArrowheads="1"/>
          </p:cNvSpPr>
          <p:nvPr/>
        </p:nvSpPr>
        <p:spPr bwMode="auto">
          <a:xfrm>
            <a:off x="486770" y="3559899"/>
            <a:ext cx="65" cy="67762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98375" rIns="0" bIns="198375"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5" name="Rectangle 1">
            <a:extLst>
              <a:ext uri="{FF2B5EF4-FFF2-40B4-BE49-F238E27FC236}">
                <a16:creationId xmlns:a16="http://schemas.microsoft.com/office/drawing/2014/main" id="{7E03FD2D-C73A-DBA9-A74A-06299055D789}"/>
              </a:ext>
            </a:extLst>
          </p:cNvPr>
          <p:cNvSpPr>
            <a:spLocks noChangeArrowheads="1"/>
          </p:cNvSpPr>
          <p:nvPr/>
        </p:nvSpPr>
        <p:spPr bwMode="auto">
          <a:xfrm>
            <a:off x="502692" y="1868306"/>
            <a:ext cx="11186615" cy="455560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8375" rIns="0" bIns="198375"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fr-FR" altLang="fr-FR" sz="1200" b="1" i="0" u="none" strike="noStrike" cap="none" normalizeH="0" baseline="0" dirty="0">
                <a:ln>
                  <a:noFill/>
                </a:ln>
                <a:solidFill>
                  <a:srgbClr val="0D0D0D"/>
                </a:solidFill>
                <a:effectLst/>
                <a:latin typeface="Söhne"/>
              </a:rPr>
              <a:t>Box Model</a:t>
            </a:r>
            <a:r>
              <a:rPr kumimoji="0" lang="fr-FR" altLang="fr-FR" sz="1200" b="0" i="0" u="none" strike="noStrike" cap="none" normalizeH="0" baseline="0" dirty="0">
                <a:ln>
                  <a:noFill/>
                </a:ln>
                <a:solidFill>
                  <a:srgbClr val="0D0D0D"/>
                </a:solidFill>
                <a:effectLst/>
                <a:latin typeface="Söhne"/>
              </a:rPr>
              <a:t>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b="1" i="0" u="none" strike="noStrike" cap="none" normalizeH="0" baseline="0" dirty="0" err="1">
                <a:ln>
                  <a:noFill/>
                </a:ln>
                <a:solidFill>
                  <a:srgbClr val="0D0D0D"/>
                </a:solidFill>
                <a:effectLst/>
                <a:latin typeface="Söhne Mono"/>
              </a:rPr>
              <a:t>width</a:t>
            </a:r>
            <a:r>
              <a:rPr kumimoji="0" lang="fr-FR" altLang="fr-FR" sz="1200" b="0" i="0" u="none" strike="noStrike" cap="none" normalizeH="0" baseline="0" dirty="0">
                <a:ln>
                  <a:noFill/>
                </a:ln>
                <a:solidFill>
                  <a:srgbClr val="0D0D0D"/>
                </a:solidFill>
                <a:effectLst/>
                <a:latin typeface="Söhne"/>
              </a:rPr>
              <a:t> et </a:t>
            </a:r>
            <a:r>
              <a:rPr kumimoji="0" lang="fr-FR" altLang="fr-FR" b="1" i="0" u="none" strike="noStrike" cap="none" normalizeH="0" baseline="0" dirty="0" err="1">
                <a:ln>
                  <a:noFill/>
                </a:ln>
                <a:solidFill>
                  <a:srgbClr val="0D0D0D"/>
                </a:solidFill>
                <a:effectLst/>
                <a:latin typeface="Söhne Mono"/>
              </a:rPr>
              <a:t>height</a:t>
            </a:r>
            <a:r>
              <a:rPr kumimoji="0" lang="fr-FR" altLang="fr-FR" sz="1200" b="0" i="0" u="none" strike="noStrike" cap="none" normalizeH="0" baseline="0" dirty="0">
                <a:ln>
                  <a:noFill/>
                </a:ln>
                <a:solidFill>
                  <a:srgbClr val="0D0D0D"/>
                </a:solidFill>
                <a:effectLst/>
                <a:latin typeface="Söhne"/>
              </a:rPr>
              <a:t>: Définit la largeur et la hauteur d'un élément.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b="1" i="0" u="none" strike="noStrike" cap="none" normalizeH="0" baseline="0" dirty="0" err="1">
                <a:ln>
                  <a:noFill/>
                </a:ln>
                <a:solidFill>
                  <a:srgbClr val="0D0D0D"/>
                </a:solidFill>
                <a:effectLst/>
                <a:latin typeface="Söhne Mono"/>
              </a:rPr>
              <a:t>padding</a:t>
            </a:r>
            <a:r>
              <a:rPr kumimoji="0" lang="fr-FR" altLang="fr-FR" sz="1200" b="0" i="0" u="none" strike="noStrike" cap="none" normalizeH="0" baseline="0" dirty="0">
                <a:ln>
                  <a:noFill/>
                </a:ln>
                <a:solidFill>
                  <a:srgbClr val="0D0D0D"/>
                </a:solidFill>
                <a:effectLst/>
                <a:latin typeface="Söhne"/>
              </a:rPr>
              <a:t>: Définit l'espace entre le contenu de l'élément et sa bordure.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b="1" i="0" u="none" strike="noStrike" cap="none" normalizeH="0" baseline="0" dirty="0">
                <a:ln>
                  <a:noFill/>
                </a:ln>
                <a:solidFill>
                  <a:srgbClr val="0D0D0D"/>
                </a:solidFill>
                <a:effectLst/>
                <a:latin typeface="Söhne Mono"/>
              </a:rPr>
              <a:t>border</a:t>
            </a:r>
            <a:r>
              <a:rPr kumimoji="0" lang="fr-FR" altLang="fr-FR" sz="1200" b="0" i="0" u="none" strike="noStrike" cap="none" normalizeH="0" baseline="0" dirty="0">
                <a:ln>
                  <a:noFill/>
                </a:ln>
                <a:solidFill>
                  <a:srgbClr val="0D0D0D"/>
                </a:solidFill>
                <a:effectLst/>
                <a:latin typeface="Söhne"/>
              </a:rPr>
              <a:t>: Définit la bordure autour de l'élément.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b="1" i="0" u="none" strike="noStrike" cap="none" normalizeH="0" baseline="0" dirty="0" err="1">
                <a:ln>
                  <a:noFill/>
                </a:ln>
                <a:solidFill>
                  <a:srgbClr val="0D0D0D"/>
                </a:solidFill>
                <a:effectLst/>
                <a:latin typeface="Söhne Mono"/>
              </a:rPr>
              <a:t>margin</a:t>
            </a:r>
            <a:r>
              <a:rPr kumimoji="0" lang="fr-FR" altLang="fr-FR" sz="1200" b="0" i="0" u="none" strike="noStrike" cap="none" normalizeH="0" baseline="0" dirty="0">
                <a:ln>
                  <a:noFill/>
                </a:ln>
                <a:solidFill>
                  <a:srgbClr val="0D0D0D"/>
                </a:solidFill>
                <a:effectLst/>
                <a:latin typeface="Söhne"/>
              </a:rPr>
              <a:t>: Définit l'espace extérieur autour des bordures de l'élément.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b="1" i="0" u="none" strike="noStrike" cap="none" normalizeH="0" baseline="0" dirty="0">
                <a:ln>
                  <a:noFill/>
                </a:ln>
                <a:solidFill>
                  <a:srgbClr val="0D0D0D"/>
                </a:solidFill>
                <a:effectLst/>
                <a:latin typeface="Söhne Mono"/>
              </a:rPr>
              <a:t>box-</a:t>
            </a:r>
            <a:r>
              <a:rPr kumimoji="0" lang="fr-FR" altLang="fr-FR" b="1" i="0" u="none" strike="noStrike" cap="none" normalizeH="0" baseline="0" dirty="0" err="1">
                <a:ln>
                  <a:noFill/>
                </a:ln>
                <a:solidFill>
                  <a:srgbClr val="0D0D0D"/>
                </a:solidFill>
                <a:effectLst/>
                <a:latin typeface="Söhne Mono"/>
              </a:rPr>
              <a:t>shadow</a:t>
            </a:r>
            <a:r>
              <a:rPr kumimoji="0" lang="fr-FR" altLang="fr-FR" sz="1200" b="0" i="0" u="none" strike="noStrike" cap="none" normalizeH="0" baseline="0" dirty="0">
                <a:ln>
                  <a:noFill/>
                </a:ln>
                <a:solidFill>
                  <a:srgbClr val="0D0D0D"/>
                </a:solidFill>
                <a:effectLst/>
                <a:latin typeface="Söhne"/>
              </a:rPr>
              <a:t>: Ajoute une ombre autour de l'élément.</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fr-FR" altLang="fr-FR" sz="1200" b="1" i="0" u="none" strike="noStrike" cap="none" normalizeH="0" baseline="0" dirty="0" err="1">
                <a:ln>
                  <a:noFill/>
                </a:ln>
                <a:solidFill>
                  <a:srgbClr val="0D0D0D"/>
                </a:solidFill>
                <a:effectLst/>
                <a:latin typeface="Söhne"/>
              </a:rPr>
              <a:t>Positioning</a:t>
            </a:r>
            <a:r>
              <a:rPr kumimoji="0" lang="fr-FR" altLang="fr-FR" sz="1200" b="1" i="0" u="none" strike="noStrike" cap="none" normalizeH="0" baseline="0" dirty="0">
                <a:ln>
                  <a:noFill/>
                </a:ln>
                <a:solidFill>
                  <a:srgbClr val="0D0D0D"/>
                </a:solidFill>
                <a:effectLst/>
                <a:latin typeface="Söhne"/>
              </a:rPr>
              <a:t> and </a:t>
            </a:r>
            <a:r>
              <a:rPr kumimoji="0" lang="fr-FR" altLang="fr-FR" sz="1200" b="1" i="0" u="none" strike="noStrike" cap="none" normalizeH="0" baseline="0" dirty="0" err="1">
                <a:ln>
                  <a:noFill/>
                </a:ln>
                <a:solidFill>
                  <a:srgbClr val="0D0D0D"/>
                </a:solidFill>
                <a:effectLst/>
                <a:latin typeface="Söhne"/>
              </a:rPr>
              <a:t>Layout</a:t>
            </a:r>
            <a:r>
              <a:rPr kumimoji="0" lang="fr-FR" altLang="fr-FR" sz="1200" b="0" i="0" u="none" strike="noStrike" cap="none" normalizeH="0" baseline="0" dirty="0">
                <a:ln>
                  <a:noFill/>
                </a:ln>
                <a:solidFill>
                  <a:srgbClr val="0D0D0D"/>
                </a:solidFill>
                <a:effectLst/>
                <a:latin typeface="Söhne"/>
              </a:rPr>
              <a:t>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b="1" i="0" u="none" strike="noStrike" cap="none" normalizeH="0" baseline="0" dirty="0">
                <a:ln>
                  <a:noFill/>
                </a:ln>
                <a:solidFill>
                  <a:srgbClr val="0D0D0D"/>
                </a:solidFill>
                <a:effectLst/>
                <a:latin typeface="Söhne Mono"/>
              </a:rPr>
              <a:t>display</a:t>
            </a:r>
            <a:r>
              <a:rPr kumimoji="0" lang="fr-FR" altLang="fr-FR" sz="1200" b="0" i="0" u="none" strike="noStrike" cap="none" normalizeH="0" baseline="0" dirty="0">
                <a:ln>
                  <a:noFill/>
                </a:ln>
                <a:solidFill>
                  <a:srgbClr val="0D0D0D"/>
                </a:solidFill>
                <a:effectLst/>
                <a:latin typeface="Söhne"/>
              </a:rPr>
              <a:t>: Définit le type d'affichage d'un élément (block, </a:t>
            </a:r>
            <a:r>
              <a:rPr kumimoji="0" lang="fr-FR" altLang="fr-FR" sz="1200" b="0" i="0" u="none" strike="noStrike" cap="none" normalizeH="0" baseline="0" dirty="0" err="1">
                <a:ln>
                  <a:noFill/>
                </a:ln>
                <a:solidFill>
                  <a:srgbClr val="0D0D0D"/>
                </a:solidFill>
                <a:effectLst/>
                <a:latin typeface="Söhne"/>
              </a:rPr>
              <a:t>inline</a:t>
            </a:r>
            <a:r>
              <a:rPr kumimoji="0" lang="fr-FR" altLang="fr-FR" sz="1200" b="0" i="0" u="none" strike="noStrike" cap="none" normalizeH="0" baseline="0" dirty="0">
                <a:ln>
                  <a:noFill/>
                </a:ln>
                <a:solidFill>
                  <a:srgbClr val="0D0D0D"/>
                </a:solidFill>
                <a:effectLst/>
                <a:latin typeface="Söhne"/>
              </a:rPr>
              <a:t>, </a:t>
            </a:r>
            <a:r>
              <a:rPr kumimoji="0" lang="fr-FR" altLang="fr-FR" sz="1200" b="0" i="0" u="none" strike="noStrike" cap="none" normalizeH="0" baseline="0" dirty="0" err="1">
                <a:ln>
                  <a:noFill/>
                </a:ln>
                <a:solidFill>
                  <a:srgbClr val="0D0D0D"/>
                </a:solidFill>
                <a:effectLst/>
                <a:latin typeface="Söhne"/>
              </a:rPr>
              <a:t>flex</a:t>
            </a:r>
            <a:r>
              <a:rPr kumimoji="0" lang="fr-FR" altLang="fr-FR" sz="1200" b="0" i="0" u="none" strike="noStrike" cap="none" normalizeH="0" baseline="0" dirty="0">
                <a:ln>
                  <a:noFill/>
                </a:ln>
                <a:solidFill>
                  <a:srgbClr val="0D0D0D"/>
                </a:solidFill>
                <a:effectLst/>
                <a:latin typeface="Söhne"/>
              </a:rPr>
              <a:t>, </a:t>
            </a:r>
            <a:r>
              <a:rPr kumimoji="0" lang="fr-FR" altLang="fr-FR" sz="1200" b="0" i="0" u="none" strike="noStrike" cap="none" normalizeH="0" baseline="0" dirty="0" err="1">
                <a:ln>
                  <a:noFill/>
                </a:ln>
                <a:solidFill>
                  <a:srgbClr val="0D0D0D"/>
                </a:solidFill>
                <a:effectLst/>
                <a:latin typeface="Söhne"/>
              </a:rPr>
              <a:t>grid</a:t>
            </a:r>
            <a:r>
              <a:rPr kumimoji="0" lang="fr-FR" altLang="fr-FR" sz="1200" b="0" i="0" u="none" strike="noStrike" cap="none" normalizeH="0" baseline="0" dirty="0">
                <a:ln>
                  <a:noFill/>
                </a:ln>
                <a:solidFill>
                  <a:srgbClr val="0D0D0D"/>
                </a:solidFill>
                <a:effectLst/>
                <a:latin typeface="Söhne"/>
              </a:rPr>
              <a:t>, none).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b="1" i="0" u="none" strike="noStrike" cap="none" normalizeH="0" baseline="0" dirty="0">
                <a:ln>
                  <a:noFill/>
                </a:ln>
                <a:solidFill>
                  <a:srgbClr val="0D0D0D"/>
                </a:solidFill>
                <a:effectLst/>
                <a:latin typeface="Söhne Mono"/>
              </a:rPr>
              <a:t>position</a:t>
            </a:r>
            <a:r>
              <a:rPr kumimoji="0" lang="fr-FR" altLang="fr-FR" sz="1200" b="0" i="0" u="none" strike="noStrike" cap="none" normalizeH="0" baseline="0" dirty="0">
                <a:ln>
                  <a:noFill/>
                </a:ln>
                <a:solidFill>
                  <a:srgbClr val="0D0D0D"/>
                </a:solidFill>
                <a:effectLst/>
                <a:latin typeface="Söhne"/>
              </a:rPr>
              <a:t>: Contrôle le type de positionnement d'un élément (</a:t>
            </a:r>
            <a:r>
              <a:rPr kumimoji="0" lang="fr-FR" altLang="fr-FR" sz="1200" b="0" i="0" u="none" strike="noStrike" cap="none" normalizeH="0" baseline="0" dirty="0" err="1">
                <a:ln>
                  <a:noFill/>
                </a:ln>
                <a:solidFill>
                  <a:srgbClr val="0D0D0D"/>
                </a:solidFill>
                <a:effectLst/>
                <a:latin typeface="Söhne"/>
              </a:rPr>
              <a:t>static</a:t>
            </a:r>
            <a:r>
              <a:rPr kumimoji="0" lang="fr-FR" altLang="fr-FR" sz="1200" b="0" i="0" u="none" strike="noStrike" cap="none" normalizeH="0" baseline="0" dirty="0">
                <a:ln>
                  <a:noFill/>
                </a:ln>
                <a:solidFill>
                  <a:srgbClr val="0D0D0D"/>
                </a:solidFill>
                <a:effectLst/>
                <a:latin typeface="Söhne"/>
              </a:rPr>
              <a:t>, relative, </a:t>
            </a:r>
            <a:r>
              <a:rPr kumimoji="0" lang="fr-FR" altLang="fr-FR" sz="1200" b="0" i="0" u="none" strike="noStrike" cap="none" normalizeH="0" baseline="0" dirty="0" err="1">
                <a:ln>
                  <a:noFill/>
                </a:ln>
                <a:solidFill>
                  <a:srgbClr val="0D0D0D"/>
                </a:solidFill>
                <a:effectLst/>
                <a:latin typeface="Söhne"/>
              </a:rPr>
              <a:t>absolute</a:t>
            </a:r>
            <a:r>
              <a:rPr kumimoji="0" lang="fr-FR" altLang="fr-FR" sz="1200" b="0" i="0" u="none" strike="noStrike" cap="none" normalizeH="0" baseline="0" dirty="0">
                <a:ln>
                  <a:noFill/>
                </a:ln>
                <a:solidFill>
                  <a:srgbClr val="0D0D0D"/>
                </a:solidFill>
                <a:effectLst/>
                <a:latin typeface="Söhne"/>
              </a:rPr>
              <a:t>, </a:t>
            </a:r>
            <a:r>
              <a:rPr kumimoji="0" lang="fr-FR" altLang="fr-FR" sz="1200" b="0" i="0" u="none" strike="noStrike" cap="none" normalizeH="0" baseline="0" dirty="0" err="1">
                <a:ln>
                  <a:noFill/>
                </a:ln>
                <a:solidFill>
                  <a:srgbClr val="0D0D0D"/>
                </a:solidFill>
                <a:effectLst/>
                <a:latin typeface="Söhne"/>
              </a:rPr>
              <a:t>fixed</a:t>
            </a:r>
            <a:r>
              <a:rPr kumimoji="0" lang="fr-FR" altLang="fr-FR" sz="1200" b="0" i="0" u="none" strike="noStrike" cap="none" normalizeH="0" baseline="0" dirty="0">
                <a:ln>
                  <a:noFill/>
                </a:ln>
                <a:solidFill>
                  <a:srgbClr val="0D0D0D"/>
                </a:solidFill>
                <a:effectLst/>
                <a:latin typeface="Söhne"/>
              </a:rPr>
              <a:t>, </a:t>
            </a:r>
            <a:r>
              <a:rPr kumimoji="0" lang="fr-FR" altLang="fr-FR" sz="1200" b="0" i="0" u="none" strike="noStrike" cap="none" normalizeH="0" baseline="0" dirty="0" err="1">
                <a:ln>
                  <a:noFill/>
                </a:ln>
                <a:solidFill>
                  <a:srgbClr val="0D0D0D"/>
                </a:solidFill>
                <a:effectLst/>
                <a:latin typeface="Söhne"/>
              </a:rPr>
              <a:t>sticky</a:t>
            </a:r>
            <a:r>
              <a:rPr kumimoji="0" lang="fr-FR" altLang="fr-FR" sz="1200" b="0" i="0" u="none" strike="noStrike" cap="none" normalizeH="0" baseline="0" dirty="0">
                <a:ln>
                  <a:noFill/>
                </a:ln>
                <a:solidFill>
                  <a:srgbClr val="0D0D0D"/>
                </a:solidFill>
                <a:effectLst/>
                <a:latin typeface="Söhne"/>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b="1" i="0" u="none" strike="noStrike" cap="none" normalizeH="0" baseline="0" dirty="0">
                <a:ln>
                  <a:noFill/>
                </a:ln>
                <a:solidFill>
                  <a:srgbClr val="0D0D0D"/>
                </a:solidFill>
                <a:effectLst/>
                <a:latin typeface="Söhne Mono"/>
              </a:rPr>
              <a:t>top</a:t>
            </a:r>
            <a:r>
              <a:rPr kumimoji="0" lang="fr-FR" altLang="fr-FR" sz="1200" b="0" i="0" u="none" strike="noStrike" cap="none" normalizeH="0" baseline="0" dirty="0">
                <a:ln>
                  <a:noFill/>
                </a:ln>
                <a:solidFill>
                  <a:srgbClr val="0D0D0D"/>
                </a:solidFill>
                <a:effectLst/>
                <a:latin typeface="Söhne"/>
              </a:rPr>
              <a:t>, </a:t>
            </a:r>
            <a:r>
              <a:rPr kumimoji="0" lang="fr-FR" altLang="fr-FR" b="1" i="0" u="none" strike="noStrike" cap="none" normalizeH="0" baseline="0" dirty="0">
                <a:ln>
                  <a:noFill/>
                </a:ln>
                <a:solidFill>
                  <a:srgbClr val="0D0D0D"/>
                </a:solidFill>
                <a:effectLst/>
                <a:latin typeface="Söhne Mono"/>
              </a:rPr>
              <a:t>right</a:t>
            </a:r>
            <a:r>
              <a:rPr kumimoji="0" lang="fr-FR" altLang="fr-FR" sz="1200" b="0" i="0" u="none" strike="noStrike" cap="none" normalizeH="0" baseline="0" dirty="0">
                <a:ln>
                  <a:noFill/>
                </a:ln>
                <a:solidFill>
                  <a:srgbClr val="0D0D0D"/>
                </a:solidFill>
                <a:effectLst/>
                <a:latin typeface="Söhne"/>
              </a:rPr>
              <a:t>, </a:t>
            </a:r>
            <a:r>
              <a:rPr kumimoji="0" lang="fr-FR" altLang="fr-FR" b="1" i="0" u="none" strike="noStrike" cap="none" normalizeH="0" baseline="0" dirty="0" err="1">
                <a:ln>
                  <a:noFill/>
                </a:ln>
                <a:solidFill>
                  <a:srgbClr val="0D0D0D"/>
                </a:solidFill>
                <a:effectLst/>
                <a:latin typeface="Söhne Mono"/>
              </a:rPr>
              <a:t>bottom</a:t>
            </a:r>
            <a:r>
              <a:rPr kumimoji="0" lang="fr-FR" altLang="fr-FR" sz="1200" b="0" i="0" u="none" strike="noStrike" cap="none" normalizeH="0" baseline="0" dirty="0">
                <a:ln>
                  <a:noFill/>
                </a:ln>
                <a:solidFill>
                  <a:srgbClr val="0D0D0D"/>
                </a:solidFill>
                <a:effectLst/>
                <a:latin typeface="Söhne"/>
              </a:rPr>
              <a:t>, </a:t>
            </a:r>
            <a:r>
              <a:rPr kumimoji="0" lang="fr-FR" altLang="fr-FR" b="1" i="0" u="none" strike="noStrike" cap="none" normalizeH="0" baseline="0" dirty="0" err="1">
                <a:ln>
                  <a:noFill/>
                </a:ln>
                <a:solidFill>
                  <a:srgbClr val="0D0D0D"/>
                </a:solidFill>
                <a:effectLst/>
                <a:latin typeface="Söhne Mono"/>
              </a:rPr>
              <a:t>left</a:t>
            </a:r>
            <a:r>
              <a:rPr kumimoji="0" lang="fr-FR" altLang="fr-FR" sz="1200" b="0" i="0" u="none" strike="noStrike" cap="none" normalizeH="0" baseline="0" dirty="0">
                <a:ln>
                  <a:noFill/>
                </a:ln>
                <a:solidFill>
                  <a:srgbClr val="0D0D0D"/>
                </a:solidFill>
                <a:effectLst/>
                <a:latin typeface="Söhne"/>
              </a:rPr>
              <a:t>: Positionne un élément lorsqu'il est positionné de manière non statique.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b="1" i="0" u="none" strike="noStrike" cap="none" normalizeH="0" baseline="0" dirty="0" err="1">
                <a:ln>
                  <a:noFill/>
                </a:ln>
                <a:solidFill>
                  <a:srgbClr val="0D0D0D"/>
                </a:solidFill>
                <a:effectLst/>
                <a:latin typeface="Söhne Mono"/>
              </a:rPr>
              <a:t>float</a:t>
            </a:r>
            <a:r>
              <a:rPr kumimoji="0" lang="fr-FR" altLang="fr-FR" sz="1200" b="0" i="0" u="none" strike="noStrike" cap="none" normalizeH="0" baseline="0" dirty="0">
                <a:ln>
                  <a:noFill/>
                </a:ln>
                <a:solidFill>
                  <a:srgbClr val="0D0D0D"/>
                </a:solidFill>
                <a:effectLst/>
                <a:latin typeface="Söhne"/>
              </a:rPr>
              <a:t>: Définit comment un élément doit flotter.</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b="1" i="0" u="none" strike="noStrike" cap="none" normalizeH="0" baseline="0" dirty="0" err="1">
                <a:ln>
                  <a:noFill/>
                </a:ln>
                <a:solidFill>
                  <a:srgbClr val="0D0D0D"/>
                </a:solidFill>
                <a:effectLst/>
                <a:latin typeface="Söhne Mono"/>
              </a:rPr>
              <a:t>clear</a:t>
            </a:r>
            <a:r>
              <a:rPr kumimoji="0" lang="fr-FR" altLang="fr-FR" sz="1200" b="0" i="0" u="none" strike="noStrike" cap="none" normalizeH="0" baseline="0" dirty="0">
                <a:ln>
                  <a:noFill/>
                </a:ln>
                <a:solidFill>
                  <a:srgbClr val="0D0D0D"/>
                </a:solidFill>
                <a:effectLst/>
                <a:latin typeface="Söhne"/>
              </a:rPr>
              <a:t>: Spécifie le côté sur lequel aucun élément flottant ne doit être affiché.</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b="1" i="0" u="none" strike="noStrike" cap="none" normalizeH="0" baseline="0" dirty="0" err="1">
                <a:ln>
                  <a:noFill/>
                </a:ln>
                <a:solidFill>
                  <a:srgbClr val="0D0D0D"/>
                </a:solidFill>
                <a:effectLst/>
                <a:latin typeface="Söhne Mono"/>
              </a:rPr>
              <a:t>overflow</a:t>
            </a:r>
            <a:r>
              <a:rPr kumimoji="0" lang="fr-FR" altLang="fr-FR" sz="1200" b="0" i="0" u="none" strike="noStrike" cap="none" normalizeH="0" baseline="0" dirty="0">
                <a:ln>
                  <a:noFill/>
                </a:ln>
                <a:solidFill>
                  <a:srgbClr val="0D0D0D"/>
                </a:solidFill>
                <a:effectLst/>
                <a:latin typeface="Söhne"/>
              </a:rPr>
              <a:t>: Définit ce qui se passe si le contenu déborde de la boîte de l'élément.</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fr-FR" altLang="fr-FR" sz="1200" b="1" i="0" u="none" strike="noStrike" cap="none" normalizeH="0" baseline="0" dirty="0" err="1">
                <a:ln>
                  <a:noFill/>
                </a:ln>
                <a:solidFill>
                  <a:srgbClr val="0D0D0D"/>
                </a:solidFill>
                <a:effectLst/>
                <a:latin typeface="Söhne"/>
              </a:rPr>
              <a:t>Flexbox</a:t>
            </a:r>
            <a:r>
              <a:rPr kumimoji="0" lang="fr-FR" altLang="fr-FR" sz="1200" b="1" i="0" u="none" strike="noStrike" cap="none" normalizeH="0" baseline="0" dirty="0">
                <a:ln>
                  <a:noFill/>
                </a:ln>
                <a:solidFill>
                  <a:srgbClr val="0D0D0D"/>
                </a:solidFill>
                <a:effectLst/>
                <a:latin typeface="Söhne"/>
              </a:rPr>
              <a:t> and </a:t>
            </a:r>
            <a:r>
              <a:rPr kumimoji="0" lang="fr-FR" altLang="fr-FR" sz="1200" b="1" i="0" u="none" strike="noStrike" cap="none" normalizeH="0" baseline="0" dirty="0" err="1">
                <a:ln>
                  <a:noFill/>
                </a:ln>
                <a:solidFill>
                  <a:srgbClr val="0D0D0D"/>
                </a:solidFill>
                <a:effectLst/>
                <a:latin typeface="Söhne"/>
              </a:rPr>
              <a:t>Grid</a:t>
            </a:r>
            <a:r>
              <a:rPr kumimoji="0" lang="fr-FR" altLang="fr-FR" sz="1200" b="0" i="0" u="none" strike="noStrike" cap="none" normalizeH="0" baseline="0" dirty="0">
                <a:ln>
                  <a:noFill/>
                </a:ln>
                <a:solidFill>
                  <a:srgbClr val="0D0D0D"/>
                </a:solidFill>
                <a:effectLst/>
                <a:latin typeface="Söhne"/>
              </a:rPr>
              <a:t>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sz="1200" b="0" i="0" u="none" strike="noStrike" cap="none" normalizeH="0" baseline="0" dirty="0">
                <a:ln>
                  <a:noFill/>
                </a:ln>
                <a:solidFill>
                  <a:srgbClr val="0D0D0D"/>
                </a:solidFill>
                <a:effectLst/>
                <a:latin typeface="Söhne"/>
              </a:rPr>
              <a:t>Pour le </a:t>
            </a:r>
            <a:r>
              <a:rPr kumimoji="0" lang="fr-FR" altLang="fr-FR" sz="1200" b="0" i="0" u="none" strike="noStrike" cap="none" normalizeH="0" baseline="0" dirty="0" err="1">
                <a:ln>
                  <a:noFill/>
                </a:ln>
                <a:solidFill>
                  <a:srgbClr val="0D0D0D"/>
                </a:solidFill>
                <a:effectLst/>
                <a:latin typeface="Söhne"/>
              </a:rPr>
              <a:t>Flexbox</a:t>
            </a:r>
            <a:r>
              <a:rPr kumimoji="0" lang="fr-FR" altLang="fr-FR" sz="1200" b="0" i="0" u="none" strike="noStrike" cap="none" normalizeH="0" baseline="0" dirty="0">
                <a:ln>
                  <a:noFill/>
                </a:ln>
                <a:solidFill>
                  <a:srgbClr val="0D0D0D"/>
                </a:solidFill>
                <a:effectLst/>
                <a:latin typeface="Söhne"/>
              </a:rPr>
              <a:t> : </a:t>
            </a:r>
            <a:r>
              <a:rPr kumimoji="0" lang="fr-FR" altLang="fr-FR" b="1" i="0" u="none" strike="noStrike" cap="none" normalizeH="0" baseline="0" dirty="0" err="1">
                <a:ln>
                  <a:noFill/>
                </a:ln>
                <a:solidFill>
                  <a:srgbClr val="0D0D0D"/>
                </a:solidFill>
                <a:effectLst/>
                <a:latin typeface="Söhne Mono"/>
              </a:rPr>
              <a:t>flex</a:t>
            </a:r>
            <a:r>
              <a:rPr kumimoji="0" lang="fr-FR" altLang="fr-FR" sz="1200" b="0" i="0" u="none" strike="noStrike" cap="none" normalizeH="0" baseline="0" dirty="0">
                <a:ln>
                  <a:noFill/>
                </a:ln>
                <a:solidFill>
                  <a:srgbClr val="0D0D0D"/>
                </a:solidFill>
                <a:effectLst/>
                <a:latin typeface="Söhne"/>
              </a:rPr>
              <a:t>, </a:t>
            </a:r>
            <a:r>
              <a:rPr kumimoji="0" lang="fr-FR" altLang="fr-FR" b="1" i="0" u="none" strike="noStrike" cap="none" normalizeH="0" baseline="0" dirty="0" err="1">
                <a:ln>
                  <a:noFill/>
                </a:ln>
                <a:solidFill>
                  <a:srgbClr val="0D0D0D"/>
                </a:solidFill>
                <a:effectLst/>
                <a:latin typeface="Söhne Mono"/>
              </a:rPr>
              <a:t>justify</a:t>
            </a:r>
            <a:r>
              <a:rPr kumimoji="0" lang="fr-FR" altLang="fr-FR" b="1" i="0" u="none" strike="noStrike" cap="none" normalizeH="0" baseline="0" dirty="0">
                <a:ln>
                  <a:noFill/>
                </a:ln>
                <a:solidFill>
                  <a:srgbClr val="0D0D0D"/>
                </a:solidFill>
                <a:effectLst/>
                <a:latin typeface="Söhne Mono"/>
              </a:rPr>
              <a:t>-content</a:t>
            </a:r>
            <a:r>
              <a:rPr kumimoji="0" lang="fr-FR" altLang="fr-FR" sz="1200" b="0" i="0" u="none" strike="noStrike" cap="none" normalizeH="0" baseline="0" dirty="0">
                <a:ln>
                  <a:noFill/>
                </a:ln>
                <a:solidFill>
                  <a:srgbClr val="0D0D0D"/>
                </a:solidFill>
                <a:effectLst/>
                <a:latin typeface="Söhne"/>
              </a:rPr>
              <a:t>, </a:t>
            </a:r>
            <a:r>
              <a:rPr kumimoji="0" lang="fr-FR" altLang="fr-FR" b="1" i="0" u="none" strike="noStrike" cap="none" normalizeH="0" baseline="0" dirty="0" err="1">
                <a:ln>
                  <a:noFill/>
                </a:ln>
                <a:solidFill>
                  <a:srgbClr val="0D0D0D"/>
                </a:solidFill>
                <a:effectLst/>
                <a:latin typeface="Söhne Mono"/>
              </a:rPr>
              <a:t>align</a:t>
            </a:r>
            <a:r>
              <a:rPr kumimoji="0" lang="fr-FR" altLang="fr-FR" b="1" i="0" u="none" strike="noStrike" cap="none" normalizeH="0" baseline="0" dirty="0">
                <a:ln>
                  <a:noFill/>
                </a:ln>
                <a:solidFill>
                  <a:srgbClr val="0D0D0D"/>
                </a:solidFill>
                <a:effectLst/>
                <a:latin typeface="Söhne Mono"/>
              </a:rPr>
              <a:t>-items</a:t>
            </a:r>
            <a:r>
              <a:rPr kumimoji="0" lang="fr-FR" altLang="fr-FR" sz="1200" b="0" i="0" u="none" strike="noStrike" cap="none" normalizeH="0" baseline="0" dirty="0">
                <a:ln>
                  <a:noFill/>
                </a:ln>
                <a:solidFill>
                  <a:srgbClr val="0D0D0D"/>
                </a:solidFill>
                <a:effectLst/>
                <a:latin typeface="Söhne"/>
              </a:rPr>
              <a:t>, </a:t>
            </a:r>
            <a:r>
              <a:rPr kumimoji="0" lang="fr-FR" altLang="fr-FR" b="1" i="0" u="none" strike="noStrike" cap="none" normalizeH="0" baseline="0" dirty="0" err="1">
                <a:ln>
                  <a:noFill/>
                </a:ln>
                <a:solidFill>
                  <a:srgbClr val="0D0D0D"/>
                </a:solidFill>
                <a:effectLst/>
                <a:latin typeface="Söhne Mono"/>
              </a:rPr>
              <a:t>flex</a:t>
            </a:r>
            <a:r>
              <a:rPr kumimoji="0" lang="fr-FR" altLang="fr-FR" b="1" i="0" u="none" strike="noStrike" cap="none" normalizeH="0" baseline="0" dirty="0">
                <a:ln>
                  <a:noFill/>
                </a:ln>
                <a:solidFill>
                  <a:srgbClr val="0D0D0D"/>
                </a:solidFill>
                <a:effectLst/>
                <a:latin typeface="Söhne Mono"/>
              </a:rPr>
              <a:t>-direction</a:t>
            </a:r>
            <a:r>
              <a:rPr kumimoji="0" lang="fr-FR" altLang="fr-FR" sz="1200" b="0" i="0" u="none" strike="noStrike" cap="none" normalizeH="0" baseline="0" dirty="0">
                <a:ln>
                  <a:noFill/>
                </a:ln>
                <a:solidFill>
                  <a:srgbClr val="0D0D0D"/>
                </a:solidFill>
                <a:effectLst/>
                <a:latin typeface="Söhne"/>
              </a:rPr>
              <a:t>, etc.</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sz="1200" b="0" i="0" u="none" strike="noStrike" cap="none" normalizeH="0" baseline="0" dirty="0">
                <a:ln>
                  <a:noFill/>
                </a:ln>
                <a:solidFill>
                  <a:srgbClr val="0D0D0D"/>
                </a:solidFill>
                <a:effectLst/>
                <a:latin typeface="Söhne"/>
              </a:rPr>
              <a:t>Pour le </a:t>
            </a:r>
            <a:r>
              <a:rPr kumimoji="0" lang="fr-FR" altLang="fr-FR" sz="1200" b="0" i="0" u="none" strike="noStrike" cap="none" normalizeH="0" baseline="0" dirty="0" err="1">
                <a:ln>
                  <a:noFill/>
                </a:ln>
                <a:solidFill>
                  <a:srgbClr val="0D0D0D"/>
                </a:solidFill>
                <a:effectLst/>
                <a:latin typeface="Söhne"/>
              </a:rPr>
              <a:t>Grid</a:t>
            </a:r>
            <a:r>
              <a:rPr kumimoji="0" lang="fr-FR" altLang="fr-FR" sz="1200" b="0" i="0" u="none" strike="noStrike" cap="none" normalizeH="0" baseline="0" dirty="0">
                <a:ln>
                  <a:noFill/>
                </a:ln>
                <a:solidFill>
                  <a:srgbClr val="0D0D0D"/>
                </a:solidFill>
                <a:effectLst/>
                <a:latin typeface="Söhne"/>
              </a:rPr>
              <a:t> : </a:t>
            </a:r>
            <a:r>
              <a:rPr kumimoji="0" lang="fr-FR" altLang="fr-FR" b="1" i="0" u="none" strike="noStrike" cap="none" normalizeH="0" baseline="0" dirty="0" err="1">
                <a:ln>
                  <a:noFill/>
                </a:ln>
                <a:solidFill>
                  <a:srgbClr val="0D0D0D"/>
                </a:solidFill>
                <a:effectLst/>
                <a:latin typeface="Söhne Mono"/>
              </a:rPr>
              <a:t>grid-template-columns</a:t>
            </a:r>
            <a:r>
              <a:rPr kumimoji="0" lang="fr-FR" altLang="fr-FR" sz="1200" b="0" i="0" u="none" strike="noStrike" cap="none" normalizeH="0" baseline="0" dirty="0">
                <a:ln>
                  <a:noFill/>
                </a:ln>
                <a:solidFill>
                  <a:srgbClr val="0D0D0D"/>
                </a:solidFill>
                <a:effectLst/>
                <a:latin typeface="Söhne"/>
              </a:rPr>
              <a:t>, </a:t>
            </a:r>
            <a:r>
              <a:rPr kumimoji="0" lang="fr-FR" altLang="fr-FR" b="1" i="0" u="none" strike="noStrike" cap="none" normalizeH="0" baseline="0" dirty="0" err="1">
                <a:ln>
                  <a:noFill/>
                </a:ln>
                <a:solidFill>
                  <a:srgbClr val="0D0D0D"/>
                </a:solidFill>
                <a:effectLst/>
                <a:latin typeface="Söhne Mono"/>
              </a:rPr>
              <a:t>grid-template-rows</a:t>
            </a:r>
            <a:r>
              <a:rPr kumimoji="0" lang="fr-FR" altLang="fr-FR" sz="1200" b="0" i="0" u="none" strike="noStrike" cap="none" normalizeH="0" baseline="0" dirty="0">
                <a:ln>
                  <a:noFill/>
                </a:ln>
                <a:solidFill>
                  <a:srgbClr val="0D0D0D"/>
                </a:solidFill>
                <a:effectLst/>
                <a:latin typeface="Söhne"/>
              </a:rPr>
              <a:t>, </a:t>
            </a:r>
            <a:r>
              <a:rPr kumimoji="0" lang="fr-FR" altLang="fr-FR" b="1" i="0" u="none" strike="noStrike" cap="none" normalizeH="0" baseline="0" dirty="0" err="1">
                <a:ln>
                  <a:noFill/>
                </a:ln>
                <a:solidFill>
                  <a:srgbClr val="0D0D0D"/>
                </a:solidFill>
                <a:effectLst/>
                <a:latin typeface="Söhne Mono"/>
              </a:rPr>
              <a:t>grid</a:t>
            </a:r>
            <a:r>
              <a:rPr kumimoji="0" lang="fr-FR" altLang="fr-FR" b="1" i="0" u="none" strike="noStrike" cap="none" normalizeH="0" baseline="0" dirty="0">
                <a:ln>
                  <a:noFill/>
                </a:ln>
                <a:solidFill>
                  <a:srgbClr val="0D0D0D"/>
                </a:solidFill>
                <a:effectLst/>
                <a:latin typeface="Söhne Mono"/>
              </a:rPr>
              <a:t>-gap</a:t>
            </a:r>
            <a:r>
              <a:rPr kumimoji="0" lang="fr-FR" altLang="fr-FR" sz="1200" b="0" i="0" u="none" strike="noStrike" cap="none" normalizeH="0" baseline="0" dirty="0">
                <a:ln>
                  <a:noFill/>
                </a:ln>
                <a:solidFill>
                  <a:srgbClr val="0D0D0D"/>
                </a:solidFill>
                <a:effectLst/>
                <a:latin typeface="Söhne"/>
              </a:rPr>
              <a:t>, </a:t>
            </a:r>
            <a:r>
              <a:rPr kumimoji="0" lang="fr-FR" altLang="fr-FR" b="1" i="0" u="none" strike="noStrike" cap="none" normalizeH="0" baseline="0" dirty="0" err="1">
                <a:ln>
                  <a:noFill/>
                </a:ln>
                <a:solidFill>
                  <a:srgbClr val="0D0D0D"/>
                </a:solidFill>
                <a:effectLst/>
                <a:latin typeface="Söhne Mono"/>
              </a:rPr>
              <a:t>grid</a:t>
            </a:r>
            <a:r>
              <a:rPr kumimoji="0" lang="fr-FR" altLang="fr-FR" b="1" i="0" u="none" strike="noStrike" cap="none" normalizeH="0" baseline="0" dirty="0">
                <a:ln>
                  <a:noFill/>
                </a:ln>
                <a:solidFill>
                  <a:srgbClr val="0D0D0D"/>
                </a:solidFill>
                <a:effectLst/>
                <a:latin typeface="Söhne Mono"/>
              </a:rPr>
              <a:t>-area</a:t>
            </a:r>
            <a:r>
              <a:rPr kumimoji="0" lang="fr-FR" altLang="fr-FR" sz="1200" b="0" i="0" u="none" strike="noStrike" cap="none" normalizeH="0" baseline="0" dirty="0">
                <a:ln>
                  <a:noFill/>
                </a:ln>
                <a:solidFill>
                  <a:srgbClr val="0D0D0D"/>
                </a:solidFill>
                <a:effectLst/>
                <a:latin typeface="Söhne"/>
              </a:rPr>
              <a:t>, etc.</a:t>
            </a: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532135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A8075-6A41-3542-84CE-409356E7A281}"/>
            </a:ext>
          </a:extLst>
        </p:cNvPr>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D3243E43-FDC9-3276-22BF-C1E280155619}"/>
              </a:ext>
            </a:extLst>
          </p:cNvPr>
          <p:cNvSpPr>
            <a:spLocks noGrp="1"/>
          </p:cNvSpPr>
          <p:nvPr>
            <p:ph type="sldNum" sz="quarter" idx="12"/>
          </p:nvPr>
        </p:nvSpPr>
        <p:spPr/>
        <p:txBody>
          <a:bodyPr/>
          <a:lstStyle/>
          <a:p>
            <a:pPr rtl="0"/>
            <a:fld id="{3A98EE3D-8CD1-4C3F-BD1C-C98C9596463C}" type="slidenum">
              <a:rPr lang="fr-FR" noProof="0" smtClean="0"/>
              <a:t>12</a:t>
            </a:fld>
            <a:endParaRPr lang="fr-FR" noProof="0"/>
          </a:p>
        </p:txBody>
      </p:sp>
      <p:sp>
        <p:nvSpPr>
          <p:cNvPr id="3" name="Espace réservé du pied de page 2">
            <a:extLst>
              <a:ext uri="{FF2B5EF4-FFF2-40B4-BE49-F238E27FC236}">
                <a16:creationId xmlns:a16="http://schemas.microsoft.com/office/drawing/2014/main" id="{DFA3100D-5818-3913-0514-EF7D49493D36}"/>
              </a:ext>
            </a:extLst>
          </p:cNvPr>
          <p:cNvSpPr>
            <a:spLocks noGrp="1"/>
          </p:cNvSpPr>
          <p:nvPr>
            <p:ph type="ftr" sz="quarter" idx="11"/>
          </p:nvPr>
        </p:nvSpPr>
        <p:spPr/>
        <p:txBody>
          <a:bodyPr/>
          <a:lstStyle/>
          <a:p>
            <a:pPr algn="l" rtl="0"/>
            <a:r>
              <a:rPr lang="fr-FR" noProof="0"/>
              <a:t>Guillaume FOVEAU 2026</a:t>
            </a:r>
            <a:endParaRPr lang="fr-FR" noProof="0" dirty="0"/>
          </a:p>
        </p:txBody>
      </p:sp>
      <p:sp>
        <p:nvSpPr>
          <p:cNvPr id="4" name="Titre 3">
            <a:extLst>
              <a:ext uri="{FF2B5EF4-FFF2-40B4-BE49-F238E27FC236}">
                <a16:creationId xmlns:a16="http://schemas.microsoft.com/office/drawing/2014/main" id="{DBEC2917-FA1A-1FEC-4F31-8F6B398081B5}"/>
              </a:ext>
            </a:extLst>
          </p:cNvPr>
          <p:cNvSpPr>
            <a:spLocks noGrp="1"/>
          </p:cNvSpPr>
          <p:nvPr>
            <p:ph type="title"/>
          </p:nvPr>
        </p:nvSpPr>
        <p:spPr/>
        <p:txBody>
          <a:bodyPr/>
          <a:lstStyle/>
          <a:p>
            <a:r>
              <a:rPr lang="fr-FR" dirty="0"/>
              <a:t>Les caractéristiques styles</a:t>
            </a:r>
          </a:p>
        </p:txBody>
      </p:sp>
      <p:sp>
        <p:nvSpPr>
          <p:cNvPr id="6" name="Rectangle 1">
            <a:extLst>
              <a:ext uri="{FF2B5EF4-FFF2-40B4-BE49-F238E27FC236}">
                <a16:creationId xmlns:a16="http://schemas.microsoft.com/office/drawing/2014/main" id="{03378BEE-BEF4-DB0F-5F70-DA43D37A1BAD}"/>
              </a:ext>
            </a:extLst>
          </p:cNvPr>
          <p:cNvSpPr>
            <a:spLocks noGrp="1" noChangeArrowheads="1"/>
          </p:cNvSpPr>
          <p:nvPr>
            <p:ph idx="1"/>
          </p:nvPr>
        </p:nvSpPr>
        <p:spPr bwMode="auto">
          <a:xfrm>
            <a:off x="581192" y="3403837"/>
            <a:ext cx="65" cy="12316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98375" rIns="0" bIns="198375"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8" name="Rectangle 3">
            <a:extLst>
              <a:ext uri="{FF2B5EF4-FFF2-40B4-BE49-F238E27FC236}">
                <a16:creationId xmlns:a16="http://schemas.microsoft.com/office/drawing/2014/main" id="{8F9E55AD-957D-D91C-9C62-B42CFA93577D}"/>
              </a:ext>
            </a:extLst>
          </p:cNvPr>
          <p:cNvSpPr>
            <a:spLocks noChangeArrowheads="1"/>
          </p:cNvSpPr>
          <p:nvPr/>
        </p:nvSpPr>
        <p:spPr bwMode="auto">
          <a:xfrm>
            <a:off x="486770" y="3559899"/>
            <a:ext cx="65" cy="67762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98375" rIns="0" bIns="198375"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5" name="Rectangle 1">
            <a:extLst>
              <a:ext uri="{FF2B5EF4-FFF2-40B4-BE49-F238E27FC236}">
                <a16:creationId xmlns:a16="http://schemas.microsoft.com/office/drawing/2014/main" id="{80CE19F7-B7A2-EFFB-F41B-EBECA81E53A7}"/>
              </a:ext>
            </a:extLst>
          </p:cNvPr>
          <p:cNvSpPr>
            <a:spLocks noChangeArrowheads="1"/>
          </p:cNvSpPr>
          <p:nvPr/>
        </p:nvSpPr>
        <p:spPr bwMode="auto">
          <a:xfrm>
            <a:off x="486770" y="1883515"/>
            <a:ext cx="10372299" cy="372461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8375" rIns="0" bIns="198375"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fr-FR" altLang="fr-FR" sz="1200" b="1" i="0" u="none" strike="noStrike" cap="none" normalizeH="0" baseline="0" dirty="0">
                <a:ln>
                  <a:noFill/>
                </a:ln>
                <a:solidFill>
                  <a:srgbClr val="0D0D0D"/>
                </a:solidFill>
                <a:effectLst/>
                <a:latin typeface="Söhne"/>
              </a:rPr>
              <a:t>List </a:t>
            </a:r>
            <a:r>
              <a:rPr kumimoji="0" lang="fr-FR" altLang="fr-FR" sz="1200" b="1" i="0" u="none" strike="noStrike" cap="none" normalizeH="0" baseline="0" dirty="0" err="1">
                <a:ln>
                  <a:noFill/>
                </a:ln>
                <a:solidFill>
                  <a:srgbClr val="0D0D0D"/>
                </a:solidFill>
                <a:effectLst/>
                <a:latin typeface="Söhne"/>
              </a:rPr>
              <a:t>Styling</a:t>
            </a:r>
            <a:r>
              <a:rPr kumimoji="0" lang="fr-FR" altLang="fr-FR" sz="1200" b="0" i="0" u="none" strike="noStrike" cap="none" normalizeH="0" baseline="0" dirty="0">
                <a:ln>
                  <a:noFill/>
                </a:ln>
                <a:solidFill>
                  <a:srgbClr val="0D0D0D"/>
                </a:solidFill>
                <a:effectLst/>
                <a:latin typeface="Söhne"/>
              </a:rPr>
              <a:t>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b="1" i="0" u="none" strike="noStrike" cap="none" normalizeH="0" baseline="0" dirty="0" err="1">
                <a:ln>
                  <a:noFill/>
                </a:ln>
                <a:solidFill>
                  <a:srgbClr val="0D0D0D"/>
                </a:solidFill>
                <a:effectLst/>
                <a:latin typeface="Söhne Mono"/>
              </a:rPr>
              <a:t>list</a:t>
            </a:r>
            <a:r>
              <a:rPr kumimoji="0" lang="fr-FR" altLang="fr-FR" b="1" i="0" u="none" strike="noStrike" cap="none" normalizeH="0" baseline="0" dirty="0">
                <a:ln>
                  <a:noFill/>
                </a:ln>
                <a:solidFill>
                  <a:srgbClr val="0D0D0D"/>
                </a:solidFill>
                <a:effectLst/>
                <a:latin typeface="Söhne Mono"/>
              </a:rPr>
              <a:t>-style-type</a:t>
            </a:r>
            <a:r>
              <a:rPr kumimoji="0" lang="fr-FR" altLang="fr-FR" sz="1200" b="0" i="0" u="none" strike="noStrike" cap="none" normalizeH="0" baseline="0" dirty="0">
                <a:ln>
                  <a:noFill/>
                </a:ln>
                <a:solidFill>
                  <a:srgbClr val="0D0D0D"/>
                </a:solidFill>
                <a:effectLst/>
                <a:latin typeface="Söhne"/>
              </a:rPr>
              <a:t>: Définit l'apparence des marqueurs de liste.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b="1" i="0" u="none" strike="noStrike" cap="none" normalizeH="0" baseline="0" dirty="0" err="1">
                <a:ln>
                  <a:noFill/>
                </a:ln>
                <a:solidFill>
                  <a:srgbClr val="0D0D0D"/>
                </a:solidFill>
                <a:effectLst/>
                <a:latin typeface="Söhne Mono"/>
              </a:rPr>
              <a:t>list</a:t>
            </a:r>
            <a:r>
              <a:rPr kumimoji="0" lang="fr-FR" altLang="fr-FR" b="1" i="0" u="none" strike="noStrike" cap="none" normalizeH="0" baseline="0" dirty="0">
                <a:ln>
                  <a:noFill/>
                </a:ln>
                <a:solidFill>
                  <a:srgbClr val="0D0D0D"/>
                </a:solidFill>
                <a:effectLst/>
                <a:latin typeface="Söhne Mono"/>
              </a:rPr>
              <a:t>-style-position</a:t>
            </a:r>
            <a:r>
              <a:rPr kumimoji="0" lang="fr-FR" altLang="fr-FR" sz="1200" b="0" i="0" u="none" strike="noStrike" cap="none" normalizeH="0" baseline="0" dirty="0">
                <a:ln>
                  <a:noFill/>
                </a:ln>
                <a:solidFill>
                  <a:srgbClr val="0D0D0D"/>
                </a:solidFill>
                <a:effectLst/>
                <a:latin typeface="Söhne"/>
              </a:rPr>
              <a:t>: Définit si le marqueur de liste est à l'intérieur ou à l'extérieur du contenu de la liste.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b="1" i="0" u="none" strike="noStrike" cap="none" normalizeH="0" baseline="0" dirty="0" err="1">
                <a:ln>
                  <a:noFill/>
                </a:ln>
                <a:solidFill>
                  <a:srgbClr val="0D0D0D"/>
                </a:solidFill>
                <a:effectLst/>
                <a:latin typeface="Söhne Mono"/>
              </a:rPr>
              <a:t>list</a:t>
            </a:r>
            <a:r>
              <a:rPr kumimoji="0" lang="fr-FR" altLang="fr-FR" b="1" i="0" u="none" strike="noStrike" cap="none" normalizeH="0" baseline="0" dirty="0">
                <a:ln>
                  <a:noFill/>
                </a:ln>
                <a:solidFill>
                  <a:srgbClr val="0D0D0D"/>
                </a:solidFill>
                <a:effectLst/>
                <a:latin typeface="Söhne Mono"/>
              </a:rPr>
              <a:t>-style-image</a:t>
            </a:r>
            <a:r>
              <a:rPr kumimoji="0" lang="fr-FR" altLang="fr-FR" sz="1200" b="0" i="0" u="none" strike="noStrike" cap="none" normalizeH="0" baseline="0" dirty="0">
                <a:ln>
                  <a:noFill/>
                </a:ln>
                <a:solidFill>
                  <a:srgbClr val="0D0D0D"/>
                </a:solidFill>
                <a:effectLst/>
                <a:latin typeface="Söhne"/>
              </a:rPr>
              <a:t>: Utilise une image comme marqueur de liste.</a:t>
            </a: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fr-FR" altLang="fr-FR" sz="1200" b="1" i="0" u="none" strike="noStrike" cap="none" normalizeH="0" baseline="0" dirty="0">
                <a:ln>
                  <a:noFill/>
                </a:ln>
                <a:solidFill>
                  <a:srgbClr val="0D0D0D"/>
                </a:solidFill>
                <a:effectLst/>
                <a:latin typeface="Söhne"/>
              </a:rPr>
              <a:t>Transitions and Animations</a:t>
            </a:r>
            <a:r>
              <a:rPr kumimoji="0" lang="fr-FR" altLang="fr-FR" sz="1200" b="0" i="0" u="none" strike="noStrike" cap="none" normalizeH="0" baseline="0" dirty="0">
                <a:ln>
                  <a:noFill/>
                </a:ln>
                <a:solidFill>
                  <a:srgbClr val="0D0D0D"/>
                </a:solidFill>
                <a:effectLst/>
                <a:latin typeface="Söhne"/>
              </a:rPr>
              <a:t>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b="1" i="0" u="none" strike="noStrike" cap="none" normalizeH="0" baseline="0" dirty="0">
                <a:ln>
                  <a:noFill/>
                </a:ln>
                <a:solidFill>
                  <a:srgbClr val="0D0D0D"/>
                </a:solidFill>
                <a:effectLst/>
                <a:latin typeface="Söhne Mono"/>
              </a:rPr>
              <a:t>transition</a:t>
            </a:r>
            <a:r>
              <a:rPr kumimoji="0" lang="fr-FR" altLang="fr-FR" sz="1200" b="0" i="0" u="none" strike="noStrike" cap="none" normalizeH="0" baseline="0" dirty="0">
                <a:ln>
                  <a:noFill/>
                </a:ln>
                <a:solidFill>
                  <a:srgbClr val="0D0D0D"/>
                </a:solidFill>
                <a:effectLst/>
                <a:latin typeface="Söhne"/>
              </a:rPr>
              <a:t>: Définit la transition entre les états de style d'un élément.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b="1" i="0" u="none" strike="noStrike" cap="none" normalizeH="0" baseline="0" dirty="0">
                <a:ln>
                  <a:noFill/>
                </a:ln>
                <a:solidFill>
                  <a:srgbClr val="0D0D0D"/>
                </a:solidFill>
                <a:effectLst/>
                <a:latin typeface="Söhne Mono"/>
              </a:rPr>
              <a:t>animation</a:t>
            </a:r>
            <a:r>
              <a:rPr kumimoji="0" lang="fr-FR" altLang="fr-FR" sz="1200" b="0" i="0" u="none" strike="noStrike" cap="none" normalizeH="0" baseline="0" dirty="0">
                <a:ln>
                  <a:noFill/>
                </a:ln>
                <a:solidFill>
                  <a:srgbClr val="0D0D0D"/>
                </a:solidFill>
                <a:effectLst/>
                <a:latin typeface="Söhne"/>
              </a:rPr>
              <a:t>: Permet d'animer les changements de propriétés de style.</a:t>
            </a:r>
          </a:p>
          <a:p>
            <a:pPr marL="0" marR="0" lvl="0" indent="0" algn="l" defTabSz="914400" rtl="0" eaLnBrk="0" fontAlgn="base" latinLnBrk="0" hangingPunct="0">
              <a:lnSpc>
                <a:spcPct val="100000"/>
              </a:lnSpc>
              <a:spcBef>
                <a:spcPct val="0"/>
              </a:spcBef>
              <a:spcAft>
                <a:spcPct val="0"/>
              </a:spcAft>
              <a:buClrTx/>
              <a:buSzTx/>
              <a:buFontTx/>
              <a:buAutoNum type="arabicPeriod" startAt="8"/>
              <a:tabLst/>
            </a:pPr>
            <a:r>
              <a:rPr kumimoji="0" lang="fr-FR" altLang="fr-FR" sz="1200" b="1" i="0" u="none" strike="noStrike" cap="none" normalizeH="0" baseline="0" dirty="0" err="1">
                <a:ln>
                  <a:noFill/>
                </a:ln>
                <a:solidFill>
                  <a:srgbClr val="0D0D0D"/>
                </a:solidFill>
                <a:effectLst/>
                <a:latin typeface="Söhne"/>
              </a:rPr>
              <a:t>Miscellaneous</a:t>
            </a:r>
            <a:r>
              <a:rPr kumimoji="0" lang="fr-FR" altLang="fr-FR" sz="1200" b="0" i="0" u="none" strike="noStrike" cap="none" normalizeH="0" baseline="0" dirty="0">
                <a:ln>
                  <a:noFill/>
                </a:ln>
                <a:solidFill>
                  <a:srgbClr val="0D0D0D"/>
                </a:solidFill>
                <a:effectLst/>
                <a:latin typeface="Söhne"/>
              </a:rPr>
              <a:t>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b="1" i="0" u="none" strike="noStrike" cap="none" normalizeH="0" baseline="0" dirty="0" err="1">
                <a:ln>
                  <a:noFill/>
                </a:ln>
                <a:solidFill>
                  <a:srgbClr val="0D0D0D"/>
                </a:solidFill>
                <a:effectLst/>
                <a:latin typeface="Söhne Mono"/>
              </a:rPr>
              <a:t>cursor</a:t>
            </a:r>
            <a:r>
              <a:rPr kumimoji="0" lang="fr-FR" altLang="fr-FR" sz="1200" b="0" i="0" u="none" strike="noStrike" cap="none" normalizeH="0" baseline="0" dirty="0">
                <a:ln>
                  <a:noFill/>
                </a:ln>
                <a:solidFill>
                  <a:srgbClr val="0D0D0D"/>
                </a:solidFill>
                <a:effectLst/>
                <a:latin typeface="Söhne"/>
              </a:rPr>
              <a:t>: Change l'apparence du curseur de la souris.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b="1" i="0" u="none" strike="noStrike" cap="none" normalizeH="0" baseline="0" dirty="0" err="1">
                <a:ln>
                  <a:noFill/>
                </a:ln>
                <a:solidFill>
                  <a:srgbClr val="0D0D0D"/>
                </a:solidFill>
                <a:effectLst/>
                <a:latin typeface="Söhne Mono"/>
              </a:rPr>
              <a:t>opacity</a:t>
            </a:r>
            <a:r>
              <a:rPr kumimoji="0" lang="fr-FR" altLang="fr-FR" sz="1200" b="0" i="0" u="none" strike="noStrike" cap="none" normalizeH="0" baseline="0" dirty="0">
                <a:ln>
                  <a:noFill/>
                </a:ln>
                <a:solidFill>
                  <a:srgbClr val="0D0D0D"/>
                </a:solidFill>
                <a:effectLst/>
                <a:latin typeface="Söhne"/>
              </a:rPr>
              <a:t>: Définit le niveau de transparence d'un élément.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b="1" i="0" u="none" strike="noStrike" cap="none" normalizeH="0" baseline="0" dirty="0" err="1">
                <a:ln>
                  <a:noFill/>
                </a:ln>
                <a:solidFill>
                  <a:srgbClr val="0D0D0D"/>
                </a:solidFill>
                <a:effectLst/>
                <a:latin typeface="Söhne Mono"/>
              </a:rPr>
              <a:t>visibility</a:t>
            </a:r>
            <a:r>
              <a:rPr kumimoji="0" lang="fr-FR" altLang="fr-FR" sz="1200" b="0" i="0" u="none" strike="noStrike" cap="none" normalizeH="0" baseline="0" dirty="0">
                <a:ln>
                  <a:noFill/>
                </a:ln>
                <a:solidFill>
                  <a:srgbClr val="0D0D0D"/>
                </a:solidFill>
                <a:effectLst/>
                <a:latin typeface="Söhne"/>
              </a:rPr>
              <a:t>: Contrôle la visibilité d'un élément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1648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674807-A3EA-E67D-42E7-7E3206907744}"/>
            </a:ext>
          </a:extLst>
        </p:cNvPr>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48A2BFC1-1AF4-5D57-5DDB-B8DBE735C8E0}"/>
              </a:ext>
            </a:extLst>
          </p:cNvPr>
          <p:cNvSpPr>
            <a:spLocks noGrp="1"/>
          </p:cNvSpPr>
          <p:nvPr>
            <p:ph type="sldNum" sz="quarter" idx="12"/>
          </p:nvPr>
        </p:nvSpPr>
        <p:spPr/>
        <p:txBody>
          <a:bodyPr/>
          <a:lstStyle/>
          <a:p>
            <a:pPr rtl="0"/>
            <a:fld id="{3A98EE3D-8CD1-4C3F-BD1C-C98C9596463C}" type="slidenum">
              <a:rPr lang="fr-FR" noProof="0" smtClean="0"/>
              <a:t>13</a:t>
            </a:fld>
            <a:endParaRPr lang="fr-FR" noProof="0"/>
          </a:p>
        </p:txBody>
      </p:sp>
      <p:sp>
        <p:nvSpPr>
          <p:cNvPr id="3" name="Espace réservé du pied de page 2">
            <a:extLst>
              <a:ext uri="{FF2B5EF4-FFF2-40B4-BE49-F238E27FC236}">
                <a16:creationId xmlns:a16="http://schemas.microsoft.com/office/drawing/2014/main" id="{0D8D0ED0-BF92-1F0A-A9DD-4AD57411974A}"/>
              </a:ext>
            </a:extLst>
          </p:cNvPr>
          <p:cNvSpPr>
            <a:spLocks noGrp="1"/>
          </p:cNvSpPr>
          <p:nvPr>
            <p:ph type="ftr" sz="quarter" idx="11"/>
          </p:nvPr>
        </p:nvSpPr>
        <p:spPr/>
        <p:txBody>
          <a:bodyPr/>
          <a:lstStyle/>
          <a:p>
            <a:pPr algn="l" rtl="0"/>
            <a:r>
              <a:rPr lang="fr-FR" noProof="0"/>
              <a:t>Guillaume FOVEAU 2026</a:t>
            </a:r>
            <a:endParaRPr lang="fr-FR" noProof="0" dirty="0"/>
          </a:p>
        </p:txBody>
      </p:sp>
      <p:sp>
        <p:nvSpPr>
          <p:cNvPr id="4" name="Titre 3">
            <a:extLst>
              <a:ext uri="{FF2B5EF4-FFF2-40B4-BE49-F238E27FC236}">
                <a16:creationId xmlns:a16="http://schemas.microsoft.com/office/drawing/2014/main" id="{61AA1ADB-9261-D8B2-D249-C0786E387010}"/>
              </a:ext>
            </a:extLst>
          </p:cNvPr>
          <p:cNvSpPr>
            <a:spLocks noGrp="1"/>
          </p:cNvSpPr>
          <p:nvPr>
            <p:ph type="title"/>
          </p:nvPr>
        </p:nvSpPr>
        <p:spPr/>
        <p:txBody>
          <a:bodyPr/>
          <a:lstStyle/>
          <a:p>
            <a:r>
              <a:rPr lang="fr-FR" dirty="0"/>
              <a:t>Les balises META</a:t>
            </a:r>
          </a:p>
        </p:txBody>
      </p:sp>
      <p:sp>
        <p:nvSpPr>
          <p:cNvPr id="6" name="Rectangle 1">
            <a:extLst>
              <a:ext uri="{FF2B5EF4-FFF2-40B4-BE49-F238E27FC236}">
                <a16:creationId xmlns:a16="http://schemas.microsoft.com/office/drawing/2014/main" id="{8AC0D92A-2C68-0171-5994-EDEC366F389B}"/>
              </a:ext>
            </a:extLst>
          </p:cNvPr>
          <p:cNvSpPr>
            <a:spLocks noGrp="1" noChangeArrowheads="1"/>
          </p:cNvSpPr>
          <p:nvPr>
            <p:ph idx="1"/>
          </p:nvPr>
        </p:nvSpPr>
        <p:spPr bwMode="auto">
          <a:xfrm>
            <a:off x="581192" y="1864954"/>
            <a:ext cx="10479535" cy="430938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98375" rIns="0" bIns="198375"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fr-FR" altLang="fr-FR" sz="1200" b="1" i="0" u="none" strike="noStrike" cap="none" normalizeH="0" baseline="0" dirty="0" err="1">
                <a:ln>
                  <a:noFill/>
                </a:ln>
                <a:solidFill>
                  <a:srgbClr val="0D0D0D"/>
                </a:solidFill>
                <a:effectLst/>
                <a:latin typeface="Söhne"/>
              </a:rPr>
              <a:t>Charset</a:t>
            </a:r>
            <a:r>
              <a:rPr kumimoji="0" lang="fr-FR" altLang="fr-FR" sz="1200" b="0" i="0" u="none" strike="noStrike" cap="none" normalizeH="0" baseline="0" dirty="0">
                <a:ln>
                  <a:noFill/>
                </a:ln>
                <a:solidFill>
                  <a:srgbClr val="0D0D0D"/>
                </a:solidFill>
                <a:effectLst/>
                <a:latin typeface="Söhne"/>
              </a:rPr>
              <a:t> : Spécifie l'encodage de caractères pour le document HTML.</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sz="1200" b="0" i="0" u="none" strike="noStrike" cap="none" normalizeH="0" baseline="0" dirty="0">
                <a:ln>
                  <a:noFill/>
                </a:ln>
                <a:solidFill>
                  <a:srgbClr val="0D0D0D"/>
                </a:solidFill>
                <a:effectLst/>
                <a:latin typeface="Söhne"/>
              </a:rPr>
              <a:t>Exemple : </a:t>
            </a:r>
            <a:r>
              <a:rPr kumimoji="0" lang="fr-FR" altLang="fr-FR" b="1" i="0" u="none" strike="noStrike" cap="none" normalizeH="0" baseline="0" dirty="0">
                <a:ln>
                  <a:noFill/>
                </a:ln>
                <a:solidFill>
                  <a:srgbClr val="0D0D0D"/>
                </a:solidFill>
                <a:effectLst/>
                <a:latin typeface="Söhne Mono"/>
              </a:rPr>
              <a:t>&lt;</a:t>
            </a:r>
            <a:r>
              <a:rPr kumimoji="0" lang="fr-FR" altLang="fr-FR" b="1" i="0" u="none" strike="noStrike" cap="none" normalizeH="0" baseline="0" dirty="0" err="1">
                <a:ln>
                  <a:noFill/>
                </a:ln>
                <a:solidFill>
                  <a:srgbClr val="0D0D0D"/>
                </a:solidFill>
                <a:effectLst/>
                <a:latin typeface="Söhne Mono"/>
              </a:rPr>
              <a:t>meta</a:t>
            </a:r>
            <a:r>
              <a:rPr kumimoji="0" lang="fr-FR" altLang="fr-FR" b="1" i="0" u="none" strike="noStrike" cap="none" normalizeH="0" baseline="0" dirty="0">
                <a:ln>
                  <a:noFill/>
                </a:ln>
                <a:solidFill>
                  <a:srgbClr val="0D0D0D"/>
                </a:solidFill>
                <a:effectLst/>
                <a:latin typeface="Söhne Mono"/>
              </a:rPr>
              <a:t> </a:t>
            </a:r>
            <a:r>
              <a:rPr kumimoji="0" lang="fr-FR" altLang="fr-FR" b="1" i="0" u="none" strike="noStrike" cap="none" normalizeH="0" baseline="0" dirty="0" err="1">
                <a:ln>
                  <a:noFill/>
                </a:ln>
                <a:solidFill>
                  <a:srgbClr val="0D0D0D"/>
                </a:solidFill>
                <a:effectLst/>
                <a:latin typeface="Söhne Mono"/>
              </a:rPr>
              <a:t>charset</a:t>
            </a:r>
            <a:r>
              <a:rPr kumimoji="0" lang="fr-FR" altLang="fr-FR" b="1" i="0" u="none" strike="noStrike" cap="none" normalizeH="0" baseline="0" dirty="0">
                <a:ln>
                  <a:noFill/>
                </a:ln>
                <a:solidFill>
                  <a:srgbClr val="0D0D0D"/>
                </a:solidFill>
                <a:effectLst/>
                <a:latin typeface="Söhne Mono"/>
              </a:rPr>
              <a:t>="UTF-8"&gt;</a:t>
            </a:r>
            <a:endParaRPr kumimoji="0" lang="fr-FR" altLang="fr-FR" sz="1200" b="0" i="0" u="none" strike="noStrike" cap="none" normalizeH="0" baseline="0" dirty="0">
              <a:ln>
                <a:noFill/>
              </a:ln>
              <a:solidFill>
                <a:srgbClr val="0D0D0D"/>
              </a:solidFill>
              <a:effectLst/>
              <a:latin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sz="1200" b="0" i="0" u="none" strike="noStrike" cap="none" normalizeH="0" baseline="0" dirty="0">
                <a:ln>
                  <a:noFill/>
                </a:ln>
                <a:solidFill>
                  <a:srgbClr val="0D0D0D"/>
                </a:solidFill>
                <a:effectLst/>
                <a:latin typeface="Söhne"/>
              </a:rPr>
              <a:t>Utilité : Assure que tous les caractères dans le document sont correctement interprétés par le navigateur.</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fr-FR" altLang="fr-FR" sz="1200" b="1" i="0" u="none" strike="noStrike" cap="none" normalizeH="0" baseline="0" dirty="0" err="1">
                <a:ln>
                  <a:noFill/>
                </a:ln>
                <a:solidFill>
                  <a:srgbClr val="0D0D0D"/>
                </a:solidFill>
                <a:effectLst/>
                <a:latin typeface="Söhne"/>
              </a:rPr>
              <a:t>Viewport</a:t>
            </a:r>
            <a:r>
              <a:rPr kumimoji="0" lang="fr-FR" altLang="fr-FR" sz="1200" b="0" i="0" u="none" strike="noStrike" cap="none" normalizeH="0" baseline="0" dirty="0">
                <a:ln>
                  <a:noFill/>
                </a:ln>
                <a:solidFill>
                  <a:srgbClr val="0D0D0D"/>
                </a:solidFill>
                <a:effectLst/>
                <a:latin typeface="Söhne"/>
              </a:rPr>
              <a:t> : Indique au navigateur comment contrôler les dimensions et l'échelle de la page, essentiel pour le design web réactif.</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sz="1200" b="0" i="0" u="none" strike="noStrike" cap="none" normalizeH="0" baseline="0" dirty="0">
                <a:ln>
                  <a:noFill/>
                </a:ln>
                <a:solidFill>
                  <a:srgbClr val="0D0D0D"/>
                </a:solidFill>
                <a:effectLst/>
                <a:latin typeface="Söhne"/>
              </a:rPr>
              <a:t>Exemple : </a:t>
            </a:r>
            <a:r>
              <a:rPr kumimoji="0" lang="fr-FR" altLang="fr-FR" b="1" i="0" u="none" strike="noStrike" cap="none" normalizeH="0" baseline="0" dirty="0">
                <a:ln>
                  <a:noFill/>
                </a:ln>
                <a:solidFill>
                  <a:srgbClr val="0D0D0D"/>
                </a:solidFill>
                <a:effectLst/>
                <a:latin typeface="Söhne Mono"/>
              </a:rPr>
              <a:t>&lt;</a:t>
            </a:r>
            <a:r>
              <a:rPr kumimoji="0" lang="fr-FR" altLang="fr-FR" b="1" i="0" u="none" strike="noStrike" cap="none" normalizeH="0" baseline="0" dirty="0" err="1">
                <a:ln>
                  <a:noFill/>
                </a:ln>
                <a:solidFill>
                  <a:srgbClr val="0D0D0D"/>
                </a:solidFill>
                <a:effectLst/>
                <a:latin typeface="Söhne Mono"/>
              </a:rPr>
              <a:t>meta</a:t>
            </a:r>
            <a:r>
              <a:rPr kumimoji="0" lang="fr-FR" altLang="fr-FR" b="1" i="0" u="none" strike="noStrike" cap="none" normalizeH="0" baseline="0" dirty="0">
                <a:ln>
                  <a:noFill/>
                </a:ln>
                <a:solidFill>
                  <a:srgbClr val="0D0D0D"/>
                </a:solidFill>
                <a:effectLst/>
                <a:latin typeface="Söhne Mono"/>
              </a:rPr>
              <a:t> </a:t>
            </a:r>
            <a:r>
              <a:rPr kumimoji="0" lang="fr-FR" altLang="fr-FR" b="1" i="0" u="none" strike="noStrike" cap="none" normalizeH="0" baseline="0" dirty="0" err="1">
                <a:ln>
                  <a:noFill/>
                </a:ln>
                <a:solidFill>
                  <a:srgbClr val="0D0D0D"/>
                </a:solidFill>
                <a:effectLst/>
                <a:latin typeface="Söhne Mono"/>
              </a:rPr>
              <a:t>name</a:t>
            </a:r>
            <a:r>
              <a:rPr kumimoji="0" lang="fr-FR" altLang="fr-FR" b="1" i="0" u="none" strike="noStrike" cap="none" normalizeH="0" baseline="0" dirty="0">
                <a:ln>
                  <a:noFill/>
                </a:ln>
                <a:solidFill>
                  <a:srgbClr val="0D0D0D"/>
                </a:solidFill>
                <a:effectLst/>
                <a:latin typeface="Söhne Mono"/>
              </a:rPr>
              <a:t>="</a:t>
            </a:r>
            <a:r>
              <a:rPr kumimoji="0" lang="fr-FR" altLang="fr-FR" b="1" i="0" u="none" strike="noStrike" cap="none" normalizeH="0" baseline="0" dirty="0" err="1">
                <a:ln>
                  <a:noFill/>
                </a:ln>
                <a:solidFill>
                  <a:srgbClr val="0D0D0D"/>
                </a:solidFill>
                <a:effectLst/>
                <a:latin typeface="Söhne Mono"/>
              </a:rPr>
              <a:t>viewport</a:t>
            </a:r>
            <a:r>
              <a:rPr kumimoji="0" lang="fr-FR" altLang="fr-FR" b="1" i="0" u="none" strike="noStrike" cap="none" normalizeH="0" baseline="0" dirty="0">
                <a:ln>
                  <a:noFill/>
                </a:ln>
                <a:solidFill>
                  <a:srgbClr val="0D0D0D"/>
                </a:solidFill>
                <a:effectLst/>
                <a:latin typeface="Söhne Mono"/>
              </a:rPr>
              <a:t>" content="</a:t>
            </a:r>
            <a:r>
              <a:rPr kumimoji="0" lang="fr-FR" altLang="fr-FR" b="1" i="0" u="none" strike="noStrike" cap="none" normalizeH="0" baseline="0" dirty="0" err="1">
                <a:ln>
                  <a:noFill/>
                </a:ln>
                <a:solidFill>
                  <a:srgbClr val="0D0D0D"/>
                </a:solidFill>
                <a:effectLst/>
                <a:latin typeface="Söhne Mono"/>
              </a:rPr>
              <a:t>width</a:t>
            </a:r>
            <a:r>
              <a:rPr kumimoji="0" lang="fr-FR" altLang="fr-FR" b="1" i="0" u="none" strike="noStrike" cap="none" normalizeH="0" baseline="0" dirty="0">
                <a:ln>
                  <a:noFill/>
                </a:ln>
                <a:solidFill>
                  <a:srgbClr val="0D0D0D"/>
                </a:solidFill>
                <a:effectLst/>
                <a:latin typeface="Söhne Mono"/>
              </a:rPr>
              <a:t>=</a:t>
            </a:r>
            <a:r>
              <a:rPr kumimoji="0" lang="fr-FR" altLang="fr-FR" b="1" i="0" u="none" strike="noStrike" cap="none" normalizeH="0" baseline="0" dirty="0" err="1">
                <a:ln>
                  <a:noFill/>
                </a:ln>
                <a:solidFill>
                  <a:srgbClr val="0D0D0D"/>
                </a:solidFill>
                <a:effectLst/>
                <a:latin typeface="Söhne Mono"/>
              </a:rPr>
              <a:t>device-width</a:t>
            </a:r>
            <a:r>
              <a:rPr kumimoji="0" lang="fr-FR" altLang="fr-FR" b="1" i="0" u="none" strike="noStrike" cap="none" normalizeH="0" baseline="0" dirty="0">
                <a:ln>
                  <a:noFill/>
                </a:ln>
                <a:solidFill>
                  <a:srgbClr val="0D0D0D"/>
                </a:solidFill>
                <a:effectLst/>
                <a:latin typeface="Söhne Mono"/>
              </a:rPr>
              <a:t>, initial-</a:t>
            </a:r>
            <a:r>
              <a:rPr kumimoji="0" lang="fr-FR" altLang="fr-FR" b="1" i="0" u="none" strike="noStrike" cap="none" normalizeH="0" baseline="0" dirty="0" err="1">
                <a:ln>
                  <a:noFill/>
                </a:ln>
                <a:solidFill>
                  <a:srgbClr val="0D0D0D"/>
                </a:solidFill>
                <a:effectLst/>
                <a:latin typeface="Söhne Mono"/>
              </a:rPr>
              <a:t>scale</a:t>
            </a:r>
            <a:r>
              <a:rPr kumimoji="0" lang="fr-FR" altLang="fr-FR" b="1" i="0" u="none" strike="noStrike" cap="none" normalizeH="0" baseline="0" dirty="0">
                <a:ln>
                  <a:noFill/>
                </a:ln>
                <a:solidFill>
                  <a:srgbClr val="0D0D0D"/>
                </a:solidFill>
                <a:effectLst/>
                <a:latin typeface="Söhne Mono"/>
              </a:rPr>
              <a:t>=1.0"&gt;</a:t>
            </a:r>
            <a:endParaRPr kumimoji="0" lang="fr-FR" altLang="fr-FR" sz="1200" b="0" i="0" u="none" strike="noStrike" cap="none" normalizeH="0" baseline="0" dirty="0">
              <a:ln>
                <a:noFill/>
              </a:ln>
              <a:solidFill>
                <a:srgbClr val="0D0D0D"/>
              </a:solidFill>
              <a:effectLst/>
              <a:latin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sz="1200" b="0" i="0" u="none" strike="noStrike" cap="none" normalizeH="0" baseline="0" dirty="0">
                <a:ln>
                  <a:noFill/>
                </a:ln>
                <a:solidFill>
                  <a:srgbClr val="0D0D0D"/>
                </a:solidFill>
                <a:effectLst/>
                <a:latin typeface="Söhne"/>
              </a:rPr>
              <a:t>Utilité : Optimise l'affichage de la page sur différents appareils, y compris les mobiles.</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fr-FR" altLang="fr-FR" sz="1200" b="1" i="0" u="none" strike="noStrike" cap="none" normalizeH="0" baseline="0" dirty="0">
                <a:ln>
                  <a:noFill/>
                </a:ln>
                <a:solidFill>
                  <a:srgbClr val="0D0D0D"/>
                </a:solidFill>
                <a:effectLst/>
                <a:latin typeface="Söhne"/>
              </a:rPr>
              <a:t>Description</a:t>
            </a:r>
            <a:r>
              <a:rPr kumimoji="0" lang="fr-FR" altLang="fr-FR" sz="1200" b="0" i="0" u="none" strike="noStrike" cap="none" normalizeH="0" baseline="0" dirty="0">
                <a:ln>
                  <a:noFill/>
                </a:ln>
                <a:solidFill>
                  <a:srgbClr val="0D0D0D"/>
                </a:solidFill>
                <a:effectLst/>
                <a:latin typeface="Söhne"/>
              </a:rPr>
              <a:t> : Fournit un bref résumé du contenu de la page, souvent utilisé par les moteurs de recherche pour l'affichage des </a:t>
            </a:r>
            <a:r>
              <a:rPr kumimoji="0" lang="fr-FR" altLang="fr-FR" sz="1200" b="0" i="0" u="none" strike="noStrike" cap="none" normalizeH="0" baseline="0" dirty="0" err="1">
                <a:ln>
                  <a:noFill/>
                </a:ln>
                <a:solidFill>
                  <a:srgbClr val="0D0D0D"/>
                </a:solidFill>
                <a:effectLst/>
                <a:latin typeface="Söhne"/>
              </a:rPr>
              <a:t>snippets</a:t>
            </a:r>
            <a:r>
              <a:rPr kumimoji="0" lang="fr-FR" altLang="fr-FR" sz="1200" b="0" i="0" u="none" strike="noStrike" cap="none" normalizeH="0" baseline="0" dirty="0">
                <a:ln>
                  <a:noFill/>
                </a:ln>
                <a:solidFill>
                  <a:srgbClr val="0D0D0D"/>
                </a:solidFill>
                <a:effectLst/>
                <a:latin typeface="Söhne"/>
              </a:rPr>
              <a:t> dans les résultats de recherche.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sz="1200" b="0" i="0" u="none" strike="noStrike" cap="none" normalizeH="0" baseline="0" dirty="0">
                <a:ln>
                  <a:noFill/>
                </a:ln>
                <a:solidFill>
                  <a:srgbClr val="0D0D0D"/>
                </a:solidFill>
                <a:effectLst/>
                <a:latin typeface="Söhne"/>
              </a:rPr>
              <a:t>Exemple : </a:t>
            </a:r>
            <a:r>
              <a:rPr kumimoji="0" lang="fr-FR" altLang="fr-FR" b="1" i="0" u="none" strike="noStrike" cap="none" normalizeH="0" baseline="0" dirty="0">
                <a:ln>
                  <a:noFill/>
                </a:ln>
                <a:solidFill>
                  <a:srgbClr val="0D0D0D"/>
                </a:solidFill>
                <a:effectLst/>
                <a:latin typeface="Söhne Mono"/>
              </a:rPr>
              <a:t>&lt;</a:t>
            </a:r>
            <a:r>
              <a:rPr kumimoji="0" lang="fr-FR" altLang="fr-FR" b="1" i="0" u="none" strike="noStrike" cap="none" normalizeH="0" baseline="0" dirty="0" err="1">
                <a:ln>
                  <a:noFill/>
                </a:ln>
                <a:solidFill>
                  <a:srgbClr val="0D0D0D"/>
                </a:solidFill>
                <a:effectLst/>
                <a:latin typeface="Söhne Mono"/>
              </a:rPr>
              <a:t>meta</a:t>
            </a:r>
            <a:r>
              <a:rPr kumimoji="0" lang="fr-FR" altLang="fr-FR" b="1" i="0" u="none" strike="noStrike" cap="none" normalizeH="0" baseline="0" dirty="0">
                <a:ln>
                  <a:noFill/>
                </a:ln>
                <a:solidFill>
                  <a:srgbClr val="0D0D0D"/>
                </a:solidFill>
                <a:effectLst/>
                <a:latin typeface="Söhne Mono"/>
              </a:rPr>
              <a:t> </a:t>
            </a:r>
            <a:r>
              <a:rPr kumimoji="0" lang="fr-FR" altLang="fr-FR" b="1" i="0" u="none" strike="noStrike" cap="none" normalizeH="0" baseline="0" dirty="0" err="1">
                <a:ln>
                  <a:noFill/>
                </a:ln>
                <a:solidFill>
                  <a:srgbClr val="0D0D0D"/>
                </a:solidFill>
                <a:effectLst/>
                <a:latin typeface="Söhne Mono"/>
              </a:rPr>
              <a:t>name</a:t>
            </a:r>
            <a:r>
              <a:rPr kumimoji="0" lang="fr-FR" altLang="fr-FR" b="1" i="0" u="none" strike="noStrike" cap="none" normalizeH="0" baseline="0" dirty="0">
                <a:ln>
                  <a:noFill/>
                </a:ln>
                <a:solidFill>
                  <a:srgbClr val="0D0D0D"/>
                </a:solidFill>
                <a:effectLst/>
                <a:latin typeface="Söhne Mono"/>
              </a:rPr>
              <a:t>="description" content="Description de la page ici."&gt;</a:t>
            </a:r>
            <a:endParaRPr kumimoji="0" lang="fr-FR" altLang="fr-FR" sz="1200" b="0" i="0" u="none" strike="noStrike" cap="none" normalizeH="0" baseline="0" dirty="0">
              <a:ln>
                <a:noFill/>
              </a:ln>
              <a:solidFill>
                <a:srgbClr val="0D0D0D"/>
              </a:solidFill>
              <a:effectLst/>
              <a:latin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sz="1200" b="0" i="0" u="none" strike="noStrike" cap="none" normalizeH="0" baseline="0" dirty="0">
                <a:ln>
                  <a:noFill/>
                </a:ln>
                <a:solidFill>
                  <a:srgbClr val="0D0D0D"/>
                </a:solidFill>
                <a:effectLst/>
                <a:latin typeface="Söhne"/>
              </a:rPr>
              <a:t>Utilité : Améliore le SEO et fournit une meilleure compréhension du contenu de la page.</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fr-FR" altLang="fr-FR" sz="1200" b="1" i="0" u="none" strike="noStrike" cap="none" normalizeH="0" baseline="0" dirty="0">
                <a:ln>
                  <a:noFill/>
                </a:ln>
                <a:solidFill>
                  <a:srgbClr val="0D0D0D"/>
                </a:solidFill>
                <a:effectLst/>
                <a:latin typeface="Söhne"/>
              </a:rPr>
              <a:t>Keywords</a:t>
            </a:r>
            <a:r>
              <a:rPr kumimoji="0" lang="fr-FR" altLang="fr-FR" sz="1200" b="0" i="0" u="none" strike="noStrike" cap="none" normalizeH="0" baseline="0" dirty="0">
                <a:ln>
                  <a:noFill/>
                </a:ln>
                <a:solidFill>
                  <a:srgbClr val="0D0D0D"/>
                </a:solidFill>
                <a:effectLst/>
                <a:latin typeface="Söhne"/>
              </a:rPr>
              <a:t> : Indique les mots-clés pertinents pour le contenu de la page, bien que son importance pour le SEO soit aujourd'hui considérablement réduite.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sz="1200" b="0" i="0" u="none" strike="noStrike" cap="none" normalizeH="0" baseline="0" dirty="0">
                <a:ln>
                  <a:noFill/>
                </a:ln>
                <a:solidFill>
                  <a:srgbClr val="0D0D0D"/>
                </a:solidFill>
                <a:effectLst/>
                <a:latin typeface="Söhne"/>
              </a:rPr>
              <a:t>Exemple : </a:t>
            </a:r>
            <a:r>
              <a:rPr kumimoji="0" lang="fr-FR" altLang="fr-FR" b="1" i="0" u="none" strike="noStrike" cap="none" normalizeH="0" baseline="0" dirty="0">
                <a:ln>
                  <a:noFill/>
                </a:ln>
                <a:solidFill>
                  <a:srgbClr val="0D0D0D"/>
                </a:solidFill>
                <a:effectLst/>
                <a:latin typeface="Söhne Mono"/>
              </a:rPr>
              <a:t>&lt;</a:t>
            </a:r>
            <a:r>
              <a:rPr kumimoji="0" lang="fr-FR" altLang="fr-FR" b="1" i="0" u="none" strike="noStrike" cap="none" normalizeH="0" baseline="0" dirty="0" err="1">
                <a:ln>
                  <a:noFill/>
                </a:ln>
                <a:solidFill>
                  <a:srgbClr val="0D0D0D"/>
                </a:solidFill>
                <a:effectLst/>
                <a:latin typeface="Söhne Mono"/>
              </a:rPr>
              <a:t>meta</a:t>
            </a:r>
            <a:r>
              <a:rPr kumimoji="0" lang="fr-FR" altLang="fr-FR" b="1" i="0" u="none" strike="noStrike" cap="none" normalizeH="0" baseline="0" dirty="0">
                <a:ln>
                  <a:noFill/>
                </a:ln>
                <a:solidFill>
                  <a:srgbClr val="0D0D0D"/>
                </a:solidFill>
                <a:effectLst/>
                <a:latin typeface="Söhne Mono"/>
              </a:rPr>
              <a:t> </a:t>
            </a:r>
            <a:r>
              <a:rPr kumimoji="0" lang="fr-FR" altLang="fr-FR" b="1" i="0" u="none" strike="noStrike" cap="none" normalizeH="0" baseline="0" dirty="0" err="1">
                <a:ln>
                  <a:noFill/>
                </a:ln>
                <a:solidFill>
                  <a:srgbClr val="0D0D0D"/>
                </a:solidFill>
                <a:effectLst/>
                <a:latin typeface="Söhne Mono"/>
              </a:rPr>
              <a:t>name</a:t>
            </a:r>
            <a:r>
              <a:rPr kumimoji="0" lang="fr-FR" altLang="fr-FR" b="1" i="0" u="none" strike="noStrike" cap="none" normalizeH="0" baseline="0" dirty="0">
                <a:ln>
                  <a:noFill/>
                </a:ln>
                <a:solidFill>
                  <a:srgbClr val="0D0D0D"/>
                </a:solidFill>
                <a:effectLst/>
                <a:latin typeface="Söhne Mono"/>
              </a:rPr>
              <a:t>="keywords" content="mot-clé1, mot-clé2"&gt;</a:t>
            </a:r>
            <a:endParaRPr kumimoji="0" lang="fr-FR" altLang="fr-FR" sz="1200" b="0" i="0" u="none" strike="noStrike" cap="none" normalizeH="0" baseline="0" dirty="0">
              <a:ln>
                <a:noFill/>
              </a:ln>
              <a:solidFill>
                <a:srgbClr val="0D0D0D"/>
              </a:solidFill>
              <a:effectLst/>
              <a:latin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sz="1200" b="0" i="0" u="none" strike="noStrike" cap="none" normalizeH="0" baseline="0" dirty="0">
                <a:ln>
                  <a:noFill/>
                </a:ln>
                <a:solidFill>
                  <a:srgbClr val="0D0D0D"/>
                </a:solidFill>
                <a:effectLst/>
                <a:latin typeface="Söhne"/>
              </a:rPr>
              <a:t>Utilité : Auparavant utilisé pour améliorer le référencement, mais maintenant largement obsolète.</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fr-FR" altLang="fr-FR" sz="1200" b="1" i="0" u="none" strike="noStrike" cap="none" normalizeH="0" baseline="0" dirty="0" err="1">
                <a:ln>
                  <a:noFill/>
                </a:ln>
                <a:solidFill>
                  <a:srgbClr val="0D0D0D"/>
                </a:solidFill>
                <a:effectLst/>
                <a:latin typeface="Söhne"/>
              </a:rPr>
              <a:t>Author</a:t>
            </a:r>
            <a:r>
              <a:rPr kumimoji="0" lang="fr-FR" altLang="fr-FR" sz="1200" b="0" i="0" u="none" strike="noStrike" cap="none" normalizeH="0" baseline="0" dirty="0">
                <a:ln>
                  <a:noFill/>
                </a:ln>
                <a:solidFill>
                  <a:srgbClr val="0D0D0D"/>
                </a:solidFill>
                <a:effectLst/>
                <a:latin typeface="Söhne"/>
              </a:rPr>
              <a:t> : Nom de l'auteur du contenu de la page.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sz="1200" b="0" i="0" u="none" strike="noStrike" cap="none" normalizeH="0" baseline="0" dirty="0">
                <a:ln>
                  <a:noFill/>
                </a:ln>
                <a:solidFill>
                  <a:srgbClr val="0D0D0D"/>
                </a:solidFill>
                <a:effectLst/>
                <a:latin typeface="Söhne"/>
              </a:rPr>
              <a:t>Exemple : </a:t>
            </a:r>
            <a:r>
              <a:rPr kumimoji="0" lang="fr-FR" altLang="fr-FR" b="1" i="0" u="none" strike="noStrike" cap="none" normalizeH="0" baseline="0" dirty="0">
                <a:ln>
                  <a:noFill/>
                </a:ln>
                <a:solidFill>
                  <a:srgbClr val="0D0D0D"/>
                </a:solidFill>
                <a:effectLst/>
                <a:latin typeface="Söhne Mono"/>
              </a:rPr>
              <a:t>&lt;</a:t>
            </a:r>
            <a:r>
              <a:rPr kumimoji="0" lang="fr-FR" altLang="fr-FR" b="1" i="0" u="none" strike="noStrike" cap="none" normalizeH="0" baseline="0" dirty="0" err="1">
                <a:ln>
                  <a:noFill/>
                </a:ln>
                <a:solidFill>
                  <a:srgbClr val="0D0D0D"/>
                </a:solidFill>
                <a:effectLst/>
                <a:latin typeface="Söhne Mono"/>
              </a:rPr>
              <a:t>meta</a:t>
            </a:r>
            <a:r>
              <a:rPr kumimoji="0" lang="fr-FR" altLang="fr-FR" b="1" i="0" u="none" strike="noStrike" cap="none" normalizeH="0" baseline="0" dirty="0">
                <a:ln>
                  <a:noFill/>
                </a:ln>
                <a:solidFill>
                  <a:srgbClr val="0D0D0D"/>
                </a:solidFill>
                <a:effectLst/>
                <a:latin typeface="Söhne Mono"/>
              </a:rPr>
              <a:t> </a:t>
            </a:r>
            <a:r>
              <a:rPr kumimoji="0" lang="fr-FR" altLang="fr-FR" b="1" i="0" u="none" strike="noStrike" cap="none" normalizeH="0" baseline="0" dirty="0" err="1">
                <a:ln>
                  <a:noFill/>
                </a:ln>
                <a:solidFill>
                  <a:srgbClr val="0D0D0D"/>
                </a:solidFill>
                <a:effectLst/>
                <a:latin typeface="Söhne Mono"/>
              </a:rPr>
              <a:t>name</a:t>
            </a:r>
            <a:r>
              <a:rPr kumimoji="0" lang="fr-FR" altLang="fr-FR" b="1" i="0" u="none" strike="noStrike" cap="none" normalizeH="0" baseline="0" dirty="0">
                <a:ln>
                  <a:noFill/>
                </a:ln>
                <a:solidFill>
                  <a:srgbClr val="0D0D0D"/>
                </a:solidFill>
                <a:effectLst/>
                <a:latin typeface="Söhne Mono"/>
              </a:rPr>
              <a:t>="</a:t>
            </a:r>
            <a:r>
              <a:rPr kumimoji="0" lang="fr-FR" altLang="fr-FR" b="1" i="0" u="none" strike="noStrike" cap="none" normalizeH="0" baseline="0" dirty="0" err="1">
                <a:ln>
                  <a:noFill/>
                </a:ln>
                <a:solidFill>
                  <a:srgbClr val="0D0D0D"/>
                </a:solidFill>
                <a:effectLst/>
                <a:latin typeface="Söhne Mono"/>
              </a:rPr>
              <a:t>author</a:t>
            </a:r>
            <a:r>
              <a:rPr kumimoji="0" lang="fr-FR" altLang="fr-FR" b="1" i="0" u="none" strike="noStrike" cap="none" normalizeH="0" baseline="0" dirty="0">
                <a:ln>
                  <a:noFill/>
                </a:ln>
                <a:solidFill>
                  <a:srgbClr val="0D0D0D"/>
                </a:solidFill>
                <a:effectLst/>
                <a:latin typeface="Söhne Mono"/>
              </a:rPr>
              <a:t>" content="Nom de l'auteur"&gt;</a:t>
            </a:r>
            <a:endParaRPr kumimoji="0" lang="fr-FR" altLang="fr-FR" sz="1200" b="0" i="0" u="none" strike="noStrike" cap="none" normalizeH="0" baseline="0" dirty="0">
              <a:ln>
                <a:noFill/>
              </a:ln>
              <a:solidFill>
                <a:srgbClr val="0D0D0D"/>
              </a:solidFill>
              <a:effectLst/>
              <a:latin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sz="1200" b="0" i="0" u="none" strike="noStrike" cap="none" normalizeH="0" baseline="0" dirty="0">
                <a:ln>
                  <a:noFill/>
                </a:ln>
                <a:solidFill>
                  <a:srgbClr val="0D0D0D"/>
                </a:solidFill>
                <a:effectLst/>
                <a:latin typeface="Söhne"/>
              </a:rPr>
              <a:t>Utilité : Attribue la paternité du contenu.</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688996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606A67-A869-9E8B-522B-3EC8C8C89622}"/>
            </a:ext>
          </a:extLst>
        </p:cNvPr>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100A98AB-732C-A71E-C082-AA7F824923FB}"/>
              </a:ext>
            </a:extLst>
          </p:cNvPr>
          <p:cNvSpPr>
            <a:spLocks noGrp="1"/>
          </p:cNvSpPr>
          <p:nvPr>
            <p:ph type="sldNum" sz="quarter" idx="12"/>
          </p:nvPr>
        </p:nvSpPr>
        <p:spPr/>
        <p:txBody>
          <a:bodyPr/>
          <a:lstStyle/>
          <a:p>
            <a:pPr rtl="0"/>
            <a:fld id="{3A98EE3D-8CD1-4C3F-BD1C-C98C9596463C}" type="slidenum">
              <a:rPr lang="fr-FR" noProof="0" smtClean="0"/>
              <a:t>14</a:t>
            </a:fld>
            <a:endParaRPr lang="fr-FR" noProof="0"/>
          </a:p>
        </p:txBody>
      </p:sp>
      <p:sp>
        <p:nvSpPr>
          <p:cNvPr id="3" name="Espace réservé du pied de page 2">
            <a:extLst>
              <a:ext uri="{FF2B5EF4-FFF2-40B4-BE49-F238E27FC236}">
                <a16:creationId xmlns:a16="http://schemas.microsoft.com/office/drawing/2014/main" id="{B2A60771-15A7-ABBE-0E37-0E109BB9D464}"/>
              </a:ext>
            </a:extLst>
          </p:cNvPr>
          <p:cNvSpPr>
            <a:spLocks noGrp="1"/>
          </p:cNvSpPr>
          <p:nvPr>
            <p:ph type="ftr" sz="quarter" idx="11"/>
          </p:nvPr>
        </p:nvSpPr>
        <p:spPr/>
        <p:txBody>
          <a:bodyPr/>
          <a:lstStyle/>
          <a:p>
            <a:pPr algn="l" rtl="0"/>
            <a:r>
              <a:rPr lang="fr-FR" noProof="0"/>
              <a:t>Guillaume FOVEAU 2026</a:t>
            </a:r>
            <a:endParaRPr lang="fr-FR" noProof="0" dirty="0"/>
          </a:p>
        </p:txBody>
      </p:sp>
      <p:sp>
        <p:nvSpPr>
          <p:cNvPr id="4" name="Titre 3">
            <a:extLst>
              <a:ext uri="{FF2B5EF4-FFF2-40B4-BE49-F238E27FC236}">
                <a16:creationId xmlns:a16="http://schemas.microsoft.com/office/drawing/2014/main" id="{C84F0808-206A-3413-5EA5-C3CE0BCB6730}"/>
              </a:ext>
            </a:extLst>
          </p:cNvPr>
          <p:cNvSpPr>
            <a:spLocks noGrp="1"/>
          </p:cNvSpPr>
          <p:nvPr>
            <p:ph type="title"/>
          </p:nvPr>
        </p:nvSpPr>
        <p:spPr/>
        <p:txBody>
          <a:bodyPr/>
          <a:lstStyle/>
          <a:p>
            <a:r>
              <a:rPr lang="fr-FR" dirty="0"/>
              <a:t>Les balises META</a:t>
            </a:r>
          </a:p>
        </p:txBody>
      </p:sp>
      <p:sp>
        <p:nvSpPr>
          <p:cNvPr id="6" name="Rectangle 1">
            <a:extLst>
              <a:ext uri="{FF2B5EF4-FFF2-40B4-BE49-F238E27FC236}">
                <a16:creationId xmlns:a16="http://schemas.microsoft.com/office/drawing/2014/main" id="{ACEE82FA-0997-1CE6-A166-644A54A19208}"/>
              </a:ext>
            </a:extLst>
          </p:cNvPr>
          <p:cNvSpPr>
            <a:spLocks noGrp="1" noChangeArrowheads="1"/>
          </p:cNvSpPr>
          <p:nvPr>
            <p:ph idx="1"/>
          </p:nvPr>
        </p:nvSpPr>
        <p:spPr bwMode="auto">
          <a:xfrm>
            <a:off x="581192" y="2095786"/>
            <a:ext cx="9230412" cy="384772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98375" rIns="0" bIns="198375"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fr-FR" altLang="fr-FR" sz="1200" b="1" i="0" u="none" strike="noStrike" cap="none" normalizeH="0" baseline="0" dirty="0" err="1">
                <a:ln>
                  <a:noFill/>
                </a:ln>
                <a:solidFill>
                  <a:srgbClr val="0D0D0D"/>
                </a:solidFill>
                <a:effectLst/>
                <a:latin typeface="Söhne"/>
              </a:rPr>
              <a:t>Refresh</a:t>
            </a:r>
            <a:r>
              <a:rPr kumimoji="0" lang="fr-FR" altLang="fr-FR" sz="1200" b="0" i="0" u="none" strike="noStrike" cap="none" normalizeH="0" baseline="0" dirty="0">
                <a:ln>
                  <a:noFill/>
                </a:ln>
                <a:solidFill>
                  <a:srgbClr val="0D0D0D"/>
                </a:solidFill>
                <a:effectLst/>
                <a:latin typeface="Söhne"/>
              </a:rPr>
              <a:t> : Redirige automatiquement vers une autre page après un certain temps ou rafraîchit la page actuelle.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sz="1200" b="0" i="0" u="none" strike="noStrike" cap="none" normalizeH="0" baseline="0" dirty="0">
                <a:ln>
                  <a:noFill/>
                </a:ln>
                <a:solidFill>
                  <a:srgbClr val="0D0D0D"/>
                </a:solidFill>
                <a:effectLst/>
                <a:latin typeface="Söhne"/>
              </a:rPr>
              <a:t>Exemple : </a:t>
            </a:r>
            <a:r>
              <a:rPr kumimoji="0" lang="fr-FR" altLang="fr-FR" b="1" i="0" u="none" strike="noStrike" cap="none" normalizeH="0" baseline="0" dirty="0">
                <a:ln>
                  <a:noFill/>
                </a:ln>
                <a:solidFill>
                  <a:srgbClr val="0D0D0D"/>
                </a:solidFill>
                <a:effectLst/>
                <a:latin typeface="Söhne Mono"/>
              </a:rPr>
              <a:t>&lt;</a:t>
            </a:r>
            <a:r>
              <a:rPr kumimoji="0" lang="fr-FR" altLang="fr-FR" b="1" i="0" u="none" strike="noStrike" cap="none" normalizeH="0" baseline="0" dirty="0" err="1">
                <a:ln>
                  <a:noFill/>
                </a:ln>
                <a:solidFill>
                  <a:srgbClr val="0D0D0D"/>
                </a:solidFill>
                <a:effectLst/>
                <a:latin typeface="Söhne Mono"/>
              </a:rPr>
              <a:t>meta</a:t>
            </a:r>
            <a:r>
              <a:rPr kumimoji="0" lang="fr-FR" altLang="fr-FR" b="1" i="0" u="none" strike="noStrike" cap="none" normalizeH="0" baseline="0" dirty="0">
                <a:ln>
                  <a:noFill/>
                </a:ln>
                <a:solidFill>
                  <a:srgbClr val="0D0D0D"/>
                </a:solidFill>
                <a:effectLst/>
                <a:latin typeface="Söhne Mono"/>
              </a:rPr>
              <a:t> http-</a:t>
            </a:r>
            <a:r>
              <a:rPr kumimoji="0" lang="fr-FR" altLang="fr-FR" b="1" i="0" u="none" strike="noStrike" cap="none" normalizeH="0" baseline="0" dirty="0" err="1">
                <a:ln>
                  <a:noFill/>
                </a:ln>
                <a:solidFill>
                  <a:srgbClr val="0D0D0D"/>
                </a:solidFill>
                <a:effectLst/>
                <a:latin typeface="Söhne Mono"/>
              </a:rPr>
              <a:t>equiv</a:t>
            </a:r>
            <a:r>
              <a:rPr kumimoji="0" lang="fr-FR" altLang="fr-FR" b="1" i="0" u="none" strike="noStrike" cap="none" normalizeH="0" baseline="0" dirty="0">
                <a:ln>
                  <a:noFill/>
                </a:ln>
                <a:solidFill>
                  <a:srgbClr val="0D0D0D"/>
                </a:solidFill>
                <a:effectLst/>
                <a:latin typeface="Söhne Mono"/>
              </a:rPr>
              <a:t>="</a:t>
            </a:r>
            <a:r>
              <a:rPr kumimoji="0" lang="fr-FR" altLang="fr-FR" b="1" i="0" u="none" strike="noStrike" cap="none" normalizeH="0" baseline="0" dirty="0" err="1">
                <a:ln>
                  <a:noFill/>
                </a:ln>
                <a:solidFill>
                  <a:srgbClr val="0D0D0D"/>
                </a:solidFill>
                <a:effectLst/>
                <a:latin typeface="Söhne Mono"/>
              </a:rPr>
              <a:t>refresh</a:t>
            </a:r>
            <a:r>
              <a:rPr kumimoji="0" lang="fr-FR" altLang="fr-FR" b="1" i="0" u="none" strike="noStrike" cap="none" normalizeH="0" baseline="0" dirty="0">
                <a:ln>
                  <a:noFill/>
                </a:ln>
                <a:solidFill>
                  <a:srgbClr val="0D0D0D"/>
                </a:solidFill>
                <a:effectLst/>
                <a:latin typeface="Söhne Mono"/>
              </a:rPr>
              <a:t>" content="30;url=http://exemple.com/"&gt;</a:t>
            </a:r>
            <a:endParaRPr kumimoji="0" lang="fr-FR" altLang="fr-FR" sz="1200" b="0" i="0" u="none" strike="noStrike" cap="none" normalizeH="0" baseline="0" dirty="0">
              <a:ln>
                <a:noFill/>
              </a:ln>
              <a:solidFill>
                <a:srgbClr val="0D0D0D"/>
              </a:solidFill>
              <a:effectLst/>
              <a:latin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sz="1200" b="0" i="0" u="none" strike="noStrike" cap="none" normalizeH="0" baseline="0" dirty="0">
                <a:ln>
                  <a:noFill/>
                </a:ln>
                <a:solidFill>
                  <a:srgbClr val="0D0D0D"/>
                </a:solidFill>
                <a:effectLst/>
                <a:latin typeface="Söhne"/>
              </a:rPr>
              <a:t>Utilité : Peut être utilisé pour la redirection automatique ou pour rafraîchir la page.</a:t>
            </a: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fr-FR" altLang="fr-FR" sz="1200" b="1" i="0" u="none" strike="noStrike" cap="none" normalizeH="0" baseline="0" dirty="0">
                <a:ln>
                  <a:noFill/>
                </a:ln>
                <a:solidFill>
                  <a:srgbClr val="0D0D0D"/>
                </a:solidFill>
                <a:effectLst/>
                <a:latin typeface="Söhne"/>
              </a:rPr>
              <a:t>Cache-Control</a:t>
            </a:r>
            <a:r>
              <a:rPr kumimoji="0" lang="fr-FR" altLang="fr-FR" sz="1200" b="0" i="0" u="none" strike="noStrike" cap="none" normalizeH="0" baseline="0" dirty="0">
                <a:ln>
                  <a:noFill/>
                </a:ln>
                <a:solidFill>
                  <a:srgbClr val="0D0D0D"/>
                </a:solidFill>
                <a:effectLst/>
                <a:latin typeface="Söhne"/>
              </a:rPr>
              <a:t> : Indique aux navigateurs la politique de mise en cache du document.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sz="1200" b="0" i="0" u="none" strike="noStrike" cap="none" normalizeH="0" baseline="0" dirty="0">
                <a:ln>
                  <a:noFill/>
                </a:ln>
                <a:solidFill>
                  <a:srgbClr val="0D0D0D"/>
                </a:solidFill>
                <a:effectLst/>
                <a:latin typeface="Söhne"/>
              </a:rPr>
              <a:t>Exemple : </a:t>
            </a:r>
            <a:r>
              <a:rPr kumimoji="0" lang="fr-FR" altLang="fr-FR" b="1" i="0" u="none" strike="noStrike" cap="none" normalizeH="0" baseline="0" dirty="0">
                <a:ln>
                  <a:noFill/>
                </a:ln>
                <a:solidFill>
                  <a:srgbClr val="0D0D0D"/>
                </a:solidFill>
                <a:effectLst/>
                <a:latin typeface="Söhne Mono"/>
              </a:rPr>
              <a:t>&lt;</a:t>
            </a:r>
            <a:r>
              <a:rPr kumimoji="0" lang="fr-FR" altLang="fr-FR" b="1" i="0" u="none" strike="noStrike" cap="none" normalizeH="0" baseline="0" dirty="0" err="1">
                <a:ln>
                  <a:noFill/>
                </a:ln>
                <a:solidFill>
                  <a:srgbClr val="0D0D0D"/>
                </a:solidFill>
                <a:effectLst/>
                <a:latin typeface="Söhne Mono"/>
              </a:rPr>
              <a:t>meta</a:t>
            </a:r>
            <a:r>
              <a:rPr kumimoji="0" lang="fr-FR" altLang="fr-FR" b="1" i="0" u="none" strike="noStrike" cap="none" normalizeH="0" baseline="0" dirty="0">
                <a:ln>
                  <a:noFill/>
                </a:ln>
                <a:solidFill>
                  <a:srgbClr val="0D0D0D"/>
                </a:solidFill>
                <a:effectLst/>
                <a:latin typeface="Söhne Mono"/>
              </a:rPr>
              <a:t> http-</a:t>
            </a:r>
            <a:r>
              <a:rPr kumimoji="0" lang="fr-FR" altLang="fr-FR" b="1" i="0" u="none" strike="noStrike" cap="none" normalizeH="0" baseline="0" dirty="0" err="1">
                <a:ln>
                  <a:noFill/>
                </a:ln>
                <a:solidFill>
                  <a:srgbClr val="0D0D0D"/>
                </a:solidFill>
                <a:effectLst/>
                <a:latin typeface="Söhne Mono"/>
              </a:rPr>
              <a:t>equiv</a:t>
            </a:r>
            <a:r>
              <a:rPr kumimoji="0" lang="fr-FR" altLang="fr-FR" b="1" i="0" u="none" strike="noStrike" cap="none" normalizeH="0" baseline="0" dirty="0">
                <a:ln>
                  <a:noFill/>
                </a:ln>
                <a:solidFill>
                  <a:srgbClr val="0D0D0D"/>
                </a:solidFill>
                <a:effectLst/>
                <a:latin typeface="Söhne Mono"/>
              </a:rPr>
              <a:t>="Cache-Control" content="no-cache, no-store, must-</a:t>
            </a:r>
            <a:r>
              <a:rPr kumimoji="0" lang="fr-FR" altLang="fr-FR" b="1" i="0" u="none" strike="noStrike" cap="none" normalizeH="0" baseline="0" dirty="0" err="1">
                <a:ln>
                  <a:noFill/>
                </a:ln>
                <a:solidFill>
                  <a:srgbClr val="0D0D0D"/>
                </a:solidFill>
                <a:effectLst/>
                <a:latin typeface="Söhne Mono"/>
              </a:rPr>
              <a:t>revalidate</a:t>
            </a:r>
            <a:r>
              <a:rPr kumimoji="0" lang="fr-FR" altLang="fr-FR" b="1" i="0" u="none" strike="noStrike" cap="none" normalizeH="0" baseline="0" dirty="0">
                <a:ln>
                  <a:noFill/>
                </a:ln>
                <a:solidFill>
                  <a:srgbClr val="0D0D0D"/>
                </a:solidFill>
                <a:effectLst/>
                <a:latin typeface="Söhne Mono"/>
              </a:rPr>
              <a:t>"&gt;</a:t>
            </a:r>
            <a:endParaRPr kumimoji="0" lang="fr-FR" altLang="fr-FR" sz="1200" b="0" i="0" u="none" strike="noStrike" cap="none" normalizeH="0" baseline="0" dirty="0">
              <a:ln>
                <a:noFill/>
              </a:ln>
              <a:solidFill>
                <a:srgbClr val="0D0D0D"/>
              </a:solidFill>
              <a:effectLst/>
              <a:latin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sz="1200" b="0" i="0" u="none" strike="noStrike" cap="none" normalizeH="0" baseline="0" dirty="0">
                <a:ln>
                  <a:noFill/>
                </a:ln>
                <a:solidFill>
                  <a:srgbClr val="0D0D0D"/>
                </a:solidFill>
                <a:effectLst/>
                <a:latin typeface="Söhne"/>
              </a:rPr>
              <a:t>Utilité : Contrôle la mise en cache de la page pour assurer que les utilisateurs voient la version la plus récente.</a:t>
            </a:r>
          </a:p>
          <a:p>
            <a:pPr marL="0" marR="0" lvl="0" indent="0" algn="l" defTabSz="914400" rtl="0" eaLnBrk="0" fontAlgn="base" latinLnBrk="0" hangingPunct="0">
              <a:lnSpc>
                <a:spcPct val="100000"/>
              </a:lnSpc>
              <a:spcBef>
                <a:spcPct val="0"/>
              </a:spcBef>
              <a:spcAft>
                <a:spcPct val="0"/>
              </a:spcAft>
              <a:buClrTx/>
              <a:buSzTx/>
              <a:buFontTx/>
              <a:buAutoNum type="arabicPeriod" startAt="8"/>
              <a:tabLst/>
            </a:pPr>
            <a:r>
              <a:rPr kumimoji="0" lang="fr-FR" altLang="fr-FR" sz="1200" b="1" i="0" u="none" strike="noStrike" cap="none" normalizeH="0" baseline="0" dirty="0">
                <a:ln>
                  <a:noFill/>
                </a:ln>
                <a:solidFill>
                  <a:srgbClr val="0D0D0D"/>
                </a:solidFill>
                <a:effectLst/>
                <a:latin typeface="Söhne"/>
              </a:rPr>
              <a:t>Content-Type</a:t>
            </a:r>
            <a:r>
              <a:rPr kumimoji="0" lang="fr-FR" altLang="fr-FR" sz="1200" b="0" i="0" u="none" strike="noStrike" cap="none" normalizeH="0" baseline="0" dirty="0">
                <a:ln>
                  <a:noFill/>
                </a:ln>
                <a:solidFill>
                  <a:srgbClr val="0D0D0D"/>
                </a:solidFill>
                <a:effectLst/>
                <a:latin typeface="Söhne"/>
              </a:rPr>
              <a:t> : Spécifie le type MIME du document HTML (moins courant depuis l'adoption généralisée de </a:t>
            </a:r>
            <a:r>
              <a:rPr kumimoji="0" lang="fr-FR" altLang="fr-FR" b="1" i="0" u="none" strike="noStrike" cap="none" normalizeH="0" baseline="0" dirty="0">
                <a:ln>
                  <a:noFill/>
                </a:ln>
                <a:solidFill>
                  <a:srgbClr val="0D0D0D"/>
                </a:solidFill>
                <a:effectLst/>
                <a:latin typeface="Söhne Mono"/>
              </a:rPr>
              <a:t>&lt;</a:t>
            </a:r>
            <a:r>
              <a:rPr kumimoji="0" lang="fr-FR" altLang="fr-FR" b="1" i="0" u="none" strike="noStrike" cap="none" normalizeH="0" baseline="0" dirty="0" err="1">
                <a:ln>
                  <a:noFill/>
                </a:ln>
                <a:solidFill>
                  <a:srgbClr val="0D0D0D"/>
                </a:solidFill>
                <a:effectLst/>
                <a:latin typeface="Söhne Mono"/>
              </a:rPr>
              <a:t>meta</a:t>
            </a:r>
            <a:r>
              <a:rPr kumimoji="0" lang="fr-FR" altLang="fr-FR" b="1" i="0" u="none" strike="noStrike" cap="none" normalizeH="0" baseline="0" dirty="0">
                <a:ln>
                  <a:noFill/>
                </a:ln>
                <a:solidFill>
                  <a:srgbClr val="0D0D0D"/>
                </a:solidFill>
                <a:effectLst/>
                <a:latin typeface="Söhne Mono"/>
              </a:rPr>
              <a:t> </a:t>
            </a:r>
            <a:r>
              <a:rPr kumimoji="0" lang="fr-FR" altLang="fr-FR" b="1" i="0" u="none" strike="noStrike" cap="none" normalizeH="0" baseline="0" dirty="0" err="1">
                <a:ln>
                  <a:noFill/>
                </a:ln>
                <a:solidFill>
                  <a:srgbClr val="0D0D0D"/>
                </a:solidFill>
                <a:effectLst/>
                <a:latin typeface="Söhne Mono"/>
              </a:rPr>
              <a:t>charset</a:t>
            </a:r>
            <a:r>
              <a:rPr kumimoji="0" lang="fr-FR" altLang="fr-FR" b="1" i="0" u="none" strike="noStrike" cap="none" normalizeH="0" baseline="0" dirty="0">
                <a:ln>
                  <a:noFill/>
                </a:ln>
                <a:solidFill>
                  <a:srgbClr val="0D0D0D"/>
                </a:solidFill>
                <a:effectLst/>
                <a:latin typeface="Söhne Mono"/>
              </a:rPr>
              <a:t>="UTF-8"&gt;</a:t>
            </a:r>
            <a:r>
              <a:rPr kumimoji="0" lang="fr-FR" altLang="fr-FR" sz="1200" b="0" i="0" u="none" strike="noStrike" cap="none" normalizeH="0" baseline="0" dirty="0">
                <a:ln>
                  <a:noFill/>
                </a:ln>
                <a:solidFill>
                  <a:srgbClr val="0D0D0D"/>
                </a:solidFill>
                <a:effectLst/>
                <a:latin typeface="Söhne"/>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sz="1200" b="0" i="0" u="none" strike="noStrike" cap="none" normalizeH="0" baseline="0" dirty="0">
                <a:ln>
                  <a:noFill/>
                </a:ln>
                <a:solidFill>
                  <a:srgbClr val="0D0D0D"/>
                </a:solidFill>
                <a:effectLst/>
                <a:latin typeface="Söhne"/>
              </a:rPr>
              <a:t>Exemple : </a:t>
            </a:r>
            <a:r>
              <a:rPr kumimoji="0" lang="fr-FR" altLang="fr-FR" b="1" i="0" u="none" strike="noStrike" cap="none" normalizeH="0" baseline="0" dirty="0">
                <a:ln>
                  <a:noFill/>
                </a:ln>
                <a:solidFill>
                  <a:srgbClr val="0D0D0D"/>
                </a:solidFill>
                <a:effectLst/>
                <a:latin typeface="Söhne Mono"/>
              </a:rPr>
              <a:t>&lt;</a:t>
            </a:r>
            <a:r>
              <a:rPr kumimoji="0" lang="fr-FR" altLang="fr-FR" b="1" i="0" u="none" strike="noStrike" cap="none" normalizeH="0" baseline="0" dirty="0" err="1">
                <a:ln>
                  <a:noFill/>
                </a:ln>
                <a:solidFill>
                  <a:srgbClr val="0D0D0D"/>
                </a:solidFill>
                <a:effectLst/>
                <a:latin typeface="Söhne Mono"/>
              </a:rPr>
              <a:t>meta</a:t>
            </a:r>
            <a:r>
              <a:rPr kumimoji="0" lang="fr-FR" altLang="fr-FR" b="1" i="0" u="none" strike="noStrike" cap="none" normalizeH="0" baseline="0" dirty="0">
                <a:ln>
                  <a:noFill/>
                </a:ln>
                <a:solidFill>
                  <a:srgbClr val="0D0D0D"/>
                </a:solidFill>
                <a:effectLst/>
                <a:latin typeface="Söhne Mono"/>
              </a:rPr>
              <a:t> http-</a:t>
            </a:r>
            <a:r>
              <a:rPr kumimoji="0" lang="fr-FR" altLang="fr-FR" b="1" i="0" u="none" strike="noStrike" cap="none" normalizeH="0" baseline="0" dirty="0" err="1">
                <a:ln>
                  <a:noFill/>
                </a:ln>
                <a:solidFill>
                  <a:srgbClr val="0D0D0D"/>
                </a:solidFill>
                <a:effectLst/>
                <a:latin typeface="Söhne Mono"/>
              </a:rPr>
              <a:t>equiv</a:t>
            </a:r>
            <a:r>
              <a:rPr kumimoji="0" lang="fr-FR" altLang="fr-FR" b="1" i="0" u="none" strike="noStrike" cap="none" normalizeH="0" baseline="0" dirty="0">
                <a:ln>
                  <a:noFill/>
                </a:ln>
                <a:solidFill>
                  <a:srgbClr val="0D0D0D"/>
                </a:solidFill>
                <a:effectLst/>
                <a:latin typeface="Söhne Mono"/>
              </a:rPr>
              <a:t>="Content-Type" content="</a:t>
            </a:r>
            <a:r>
              <a:rPr kumimoji="0" lang="fr-FR" altLang="fr-FR" b="1" i="0" u="none" strike="noStrike" cap="none" normalizeH="0" baseline="0" dirty="0" err="1">
                <a:ln>
                  <a:noFill/>
                </a:ln>
                <a:solidFill>
                  <a:srgbClr val="0D0D0D"/>
                </a:solidFill>
                <a:effectLst/>
                <a:latin typeface="Söhne Mono"/>
              </a:rPr>
              <a:t>text</a:t>
            </a:r>
            <a:r>
              <a:rPr kumimoji="0" lang="fr-FR" altLang="fr-FR" b="1" i="0" u="none" strike="noStrike" cap="none" normalizeH="0" baseline="0" dirty="0">
                <a:ln>
                  <a:noFill/>
                </a:ln>
                <a:solidFill>
                  <a:srgbClr val="0D0D0D"/>
                </a:solidFill>
                <a:effectLst/>
                <a:latin typeface="Söhne Mono"/>
              </a:rPr>
              <a:t>/html; </a:t>
            </a:r>
            <a:r>
              <a:rPr kumimoji="0" lang="fr-FR" altLang="fr-FR" b="1" i="0" u="none" strike="noStrike" cap="none" normalizeH="0" baseline="0" dirty="0" err="1">
                <a:ln>
                  <a:noFill/>
                </a:ln>
                <a:solidFill>
                  <a:srgbClr val="0D0D0D"/>
                </a:solidFill>
                <a:effectLst/>
                <a:latin typeface="Söhne Mono"/>
              </a:rPr>
              <a:t>charset</a:t>
            </a:r>
            <a:r>
              <a:rPr kumimoji="0" lang="fr-FR" altLang="fr-FR" b="1" i="0" u="none" strike="noStrike" cap="none" normalizeH="0" baseline="0" dirty="0">
                <a:ln>
                  <a:noFill/>
                </a:ln>
                <a:solidFill>
                  <a:srgbClr val="0D0D0D"/>
                </a:solidFill>
                <a:effectLst/>
                <a:latin typeface="Söhne Mono"/>
              </a:rPr>
              <a:t>=UTF-8"&gt;</a:t>
            </a:r>
            <a:endParaRPr kumimoji="0" lang="fr-FR" altLang="fr-FR" sz="1200" b="0" i="0" u="none" strike="noStrike" cap="none" normalizeH="0" baseline="0" dirty="0">
              <a:ln>
                <a:noFill/>
              </a:ln>
              <a:solidFill>
                <a:srgbClr val="0D0D0D"/>
              </a:solidFill>
              <a:effectLst/>
              <a:latin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sz="1200" b="0" i="0" u="none" strike="noStrike" cap="none" normalizeH="0" baseline="0" dirty="0">
                <a:ln>
                  <a:noFill/>
                </a:ln>
                <a:solidFill>
                  <a:srgbClr val="0D0D0D"/>
                </a:solidFill>
                <a:effectLst/>
                <a:latin typeface="Söhne"/>
              </a:rPr>
              <a:t>Utilité : Déclare le type MIME et l'encodage de caractères du document.</a:t>
            </a:r>
          </a:p>
          <a:p>
            <a:pPr marL="0" marR="0" lvl="0" indent="0" algn="l" defTabSz="914400" rtl="0" eaLnBrk="0" fontAlgn="base" latinLnBrk="0" hangingPunct="0">
              <a:lnSpc>
                <a:spcPct val="100000"/>
              </a:lnSpc>
              <a:spcBef>
                <a:spcPct val="0"/>
              </a:spcBef>
              <a:spcAft>
                <a:spcPct val="0"/>
              </a:spcAft>
              <a:buClrTx/>
              <a:buSzTx/>
              <a:buFontTx/>
              <a:buAutoNum type="arabicPeriod" startAt="9"/>
              <a:tabLst/>
            </a:pPr>
            <a:r>
              <a:rPr kumimoji="0" lang="fr-FR" altLang="fr-FR" sz="1200" b="1" i="0" u="none" strike="noStrike" cap="none" normalizeH="0" baseline="0" dirty="0">
                <a:ln>
                  <a:noFill/>
                </a:ln>
                <a:solidFill>
                  <a:srgbClr val="0D0D0D"/>
                </a:solidFill>
                <a:effectLst/>
                <a:latin typeface="Söhne"/>
              </a:rPr>
              <a:t>X-UA-Compatible</a:t>
            </a:r>
            <a:r>
              <a:rPr kumimoji="0" lang="fr-FR" altLang="fr-FR" sz="1200" b="0" i="0" u="none" strike="noStrike" cap="none" normalizeH="0" baseline="0" dirty="0">
                <a:ln>
                  <a:noFill/>
                </a:ln>
                <a:solidFill>
                  <a:srgbClr val="0D0D0D"/>
                </a:solidFill>
                <a:effectLst/>
                <a:latin typeface="Söhne"/>
              </a:rPr>
              <a:t> : Indique au navigateur Internet Explorer de se comporter de manière spécifique.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sz="1200" b="0" i="0" u="none" strike="noStrike" cap="none" normalizeH="0" baseline="0" dirty="0">
                <a:ln>
                  <a:noFill/>
                </a:ln>
                <a:solidFill>
                  <a:srgbClr val="0D0D0D"/>
                </a:solidFill>
                <a:effectLst/>
                <a:latin typeface="Söhne"/>
              </a:rPr>
              <a:t>Exemple : </a:t>
            </a:r>
            <a:r>
              <a:rPr kumimoji="0" lang="fr-FR" altLang="fr-FR" b="1" i="0" u="none" strike="noStrike" cap="none" normalizeH="0" baseline="0" dirty="0">
                <a:ln>
                  <a:noFill/>
                </a:ln>
                <a:solidFill>
                  <a:srgbClr val="0D0D0D"/>
                </a:solidFill>
                <a:effectLst/>
                <a:latin typeface="Söhne Mono"/>
              </a:rPr>
              <a:t>&lt;</a:t>
            </a:r>
            <a:r>
              <a:rPr kumimoji="0" lang="fr-FR" altLang="fr-FR" b="1" i="0" u="none" strike="noStrike" cap="none" normalizeH="0" baseline="0" dirty="0" err="1">
                <a:ln>
                  <a:noFill/>
                </a:ln>
                <a:solidFill>
                  <a:srgbClr val="0D0D0D"/>
                </a:solidFill>
                <a:effectLst/>
                <a:latin typeface="Söhne Mono"/>
              </a:rPr>
              <a:t>meta</a:t>
            </a:r>
            <a:r>
              <a:rPr kumimoji="0" lang="fr-FR" altLang="fr-FR" b="1" i="0" u="none" strike="noStrike" cap="none" normalizeH="0" baseline="0" dirty="0">
                <a:ln>
                  <a:noFill/>
                </a:ln>
                <a:solidFill>
                  <a:srgbClr val="0D0D0D"/>
                </a:solidFill>
                <a:effectLst/>
                <a:latin typeface="Söhne Mono"/>
              </a:rPr>
              <a:t> http-</a:t>
            </a:r>
            <a:r>
              <a:rPr kumimoji="0" lang="fr-FR" altLang="fr-FR" b="1" i="0" u="none" strike="noStrike" cap="none" normalizeH="0" baseline="0" dirty="0" err="1">
                <a:ln>
                  <a:noFill/>
                </a:ln>
                <a:solidFill>
                  <a:srgbClr val="0D0D0D"/>
                </a:solidFill>
                <a:effectLst/>
                <a:latin typeface="Söhne Mono"/>
              </a:rPr>
              <a:t>equiv</a:t>
            </a:r>
            <a:r>
              <a:rPr kumimoji="0" lang="fr-FR" altLang="fr-FR" b="1" i="0" u="none" strike="noStrike" cap="none" normalizeH="0" baseline="0" dirty="0">
                <a:ln>
                  <a:noFill/>
                </a:ln>
                <a:solidFill>
                  <a:srgbClr val="0D0D0D"/>
                </a:solidFill>
                <a:effectLst/>
                <a:latin typeface="Söhne Mono"/>
              </a:rPr>
              <a:t>="X-UA-Compatible" content="IE=</a:t>
            </a:r>
            <a:r>
              <a:rPr kumimoji="0" lang="fr-FR" altLang="fr-FR" b="1" i="0" u="none" strike="noStrike" cap="none" normalizeH="0" baseline="0" dirty="0" err="1">
                <a:ln>
                  <a:noFill/>
                </a:ln>
                <a:solidFill>
                  <a:srgbClr val="0D0D0D"/>
                </a:solidFill>
                <a:effectLst/>
                <a:latin typeface="Söhne Mono"/>
              </a:rPr>
              <a:t>edge</a:t>
            </a:r>
            <a:r>
              <a:rPr kumimoji="0" lang="fr-FR" altLang="fr-FR" b="1" i="0" u="none" strike="noStrike" cap="none" normalizeH="0" baseline="0" dirty="0">
                <a:ln>
                  <a:noFill/>
                </a:ln>
                <a:solidFill>
                  <a:srgbClr val="0D0D0D"/>
                </a:solidFill>
                <a:effectLst/>
                <a:latin typeface="Söhne Mono"/>
              </a:rPr>
              <a:t>"&gt;</a:t>
            </a:r>
            <a:endParaRPr kumimoji="0" lang="fr-FR" altLang="fr-FR" sz="1200" b="0" i="0" u="none" strike="noStrike" cap="none" normalizeH="0" baseline="0" dirty="0">
              <a:ln>
                <a:noFill/>
              </a:ln>
              <a:solidFill>
                <a:srgbClr val="0D0D0D"/>
              </a:solidFill>
              <a:effectLst/>
              <a:latin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sz="1200" b="0" i="0" u="none" strike="noStrike" cap="none" normalizeH="0" baseline="0" dirty="0">
                <a:ln>
                  <a:noFill/>
                </a:ln>
                <a:solidFill>
                  <a:srgbClr val="0D0D0D"/>
                </a:solidFill>
                <a:effectLst/>
                <a:latin typeface="Söhne"/>
              </a:rPr>
              <a:t>Utilité : Force IE à utiliser le moteur de rendu le plus récent disponible.</a:t>
            </a:r>
          </a:p>
          <a:p>
            <a:pPr marL="0" marR="0" lvl="0" indent="0" algn="l" defTabSz="914400" rtl="0" eaLnBrk="0" fontAlgn="base" latinLnBrk="0" hangingPunct="0">
              <a:lnSpc>
                <a:spcPct val="100000"/>
              </a:lnSpc>
              <a:spcBef>
                <a:spcPct val="0"/>
              </a:spcBef>
              <a:spcAft>
                <a:spcPct val="0"/>
              </a:spcAft>
              <a:buClrTx/>
              <a:buSzTx/>
              <a:buFontTx/>
              <a:buAutoNum type="arabicPeriod" startAt="10"/>
              <a:tabLst/>
            </a:pPr>
            <a:r>
              <a:rPr kumimoji="0" lang="fr-FR" altLang="fr-FR" sz="1200" b="1" i="0" u="none" strike="noStrike" cap="none" normalizeH="0" baseline="0" dirty="0">
                <a:ln>
                  <a:noFill/>
                </a:ln>
                <a:solidFill>
                  <a:srgbClr val="0D0D0D"/>
                </a:solidFill>
                <a:effectLst/>
                <a:latin typeface="Söhne"/>
              </a:rPr>
              <a:t>Robots</a:t>
            </a:r>
            <a:r>
              <a:rPr kumimoji="0" lang="fr-FR" altLang="fr-FR" sz="1200" b="0" i="0" u="none" strike="noStrike" cap="none" normalizeH="0" baseline="0" dirty="0">
                <a:ln>
                  <a:noFill/>
                </a:ln>
                <a:solidFill>
                  <a:srgbClr val="0D0D0D"/>
                </a:solidFill>
                <a:effectLst/>
                <a:latin typeface="Söhne"/>
              </a:rPr>
              <a:t> : Donne des instructions aux robots des moteurs de recherche concernant l'indexation et le suivi des liens.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sz="1200" b="0" i="0" u="none" strike="noStrike" cap="none" normalizeH="0" baseline="0" dirty="0">
                <a:ln>
                  <a:noFill/>
                </a:ln>
                <a:solidFill>
                  <a:srgbClr val="0D0D0D"/>
                </a:solidFill>
                <a:effectLst/>
                <a:latin typeface="Söhne"/>
              </a:rPr>
              <a:t>Exemple : </a:t>
            </a:r>
            <a:r>
              <a:rPr kumimoji="0" lang="fr-FR" altLang="fr-FR" b="1" i="0" u="none" strike="noStrike" cap="none" normalizeH="0" baseline="0" dirty="0">
                <a:ln>
                  <a:noFill/>
                </a:ln>
                <a:solidFill>
                  <a:srgbClr val="0D0D0D"/>
                </a:solidFill>
                <a:effectLst/>
                <a:latin typeface="Söhne Mono"/>
              </a:rPr>
              <a:t>&lt;</a:t>
            </a:r>
            <a:r>
              <a:rPr kumimoji="0" lang="fr-FR" altLang="fr-FR" b="1" i="0" u="none" strike="noStrike" cap="none" normalizeH="0" baseline="0" dirty="0" err="1">
                <a:ln>
                  <a:noFill/>
                </a:ln>
                <a:solidFill>
                  <a:srgbClr val="0D0D0D"/>
                </a:solidFill>
                <a:effectLst/>
                <a:latin typeface="Söhne Mono"/>
              </a:rPr>
              <a:t>meta</a:t>
            </a:r>
            <a:r>
              <a:rPr kumimoji="0" lang="fr-FR" altLang="fr-FR" b="1" i="0" u="none" strike="noStrike" cap="none" normalizeH="0" baseline="0" dirty="0">
                <a:ln>
                  <a:noFill/>
                </a:ln>
                <a:solidFill>
                  <a:srgbClr val="0D0D0D"/>
                </a:solidFill>
                <a:effectLst/>
                <a:latin typeface="Söhne Mono"/>
              </a:rPr>
              <a:t> </a:t>
            </a:r>
            <a:r>
              <a:rPr kumimoji="0" lang="fr-FR" altLang="fr-FR" b="1" i="0" u="none" strike="noStrike" cap="none" normalizeH="0" baseline="0" dirty="0" err="1">
                <a:ln>
                  <a:noFill/>
                </a:ln>
                <a:solidFill>
                  <a:srgbClr val="0D0D0D"/>
                </a:solidFill>
                <a:effectLst/>
                <a:latin typeface="Söhne Mono"/>
              </a:rPr>
              <a:t>name</a:t>
            </a:r>
            <a:r>
              <a:rPr kumimoji="0" lang="fr-FR" altLang="fr-FR" b="1" i="0" u="none" strike="noStrike" cap="none" normalizeH="0" baseline="0" dirty="0">
                <a:ln>
                  <a:noFill/>
                </a:ln>
                <a:solidFill>
                  <a:srgbClr val="0D0D0D"/>
                </a:solidFill>
                <a:effectLst/>
                <a:latin typeface="Söhne Mono"/>
              </a:rPr>
              <a:t>="robots" content="</a:t>
            </a:r>
            <a:r>
              <a:rPr kumimoji="0" lang="fr-FR" altLang="fr-FR" b="1" i="0" u="none" strike="noStrike" cap="none" normalizeH="0" baseline="0" dirty="0" err="1">
                <a:ln>
                  <a:noFill/>
                </a:ln>
                <a:solidFill>
                  <a:srgbClr val="0D0D0D"/>
                </a:solidFill>
                <a:effectLst/>
                <a:latin typeface="Söhne Mono"/>
              </a:rPr>
              <a:t>noindex</a:t>
            </a:r>
            <a:r>
              <a:rPr kumimoji="0" lang="fr-FR" altLang="fr-FR" b="1" i="0" u="none" strike="noStrike" cap="none" normalizeH="0" baseline="0" dirty="0">
                <a:ln>
                  <a:noFill/>
                </a:ln>
                <a:solidFill>
                  <a:srgbClr val="0D0D0D"/>
                </a:solidFill>
                <a:effectLst/>
                <a:latin typeface="Söhne Mono"/>
              </a:rPr>
              <a:t>, </a:t>
            </a:r>
            <a:r>
              <a:rPr kumimoji="0" lang="fr-FR" altLang="fr-FR" b="1" i="0" u="none" strike="noStrike" cap="none" normalizeH="0" baseline="0" dirty="0" err="1">
                <a:ln>
                  <a:noFill/>
                </a:ln>
                <a:solidFill>
                  <a:srgbClr val="0D0D0D"/>
                </a:solidFill>
                <a:effectLst/>
                <a:latin typeface="Söhne Mono"/>
              </a:rPr>
              <a:t>nofollow</a:t>
            </a:r>
            <a:r>
              <a:rPr kumimoji="0" lang="fr-FR" altLang="fr-FR" b="1" i="0" u="none" strike="noStrike" cap="none" normalizeH="0" baseline="0" dirty="0">
                <a:ln>
                  <a:noFill/>
                </a:ln>
                <a:solidFill>
                  <a:srgbClr val="0D0D0D"/>
                </a:solidFill>
                <a:effectLst/>
                <a:latin typeface="Söhne Mono"/>
              </a:rPr>
              <a:t>"&gt;</a:t>
            </a:r>
            <a:endParaRPr kumimoji="0" lang="fr-FR" altLang="fr-FR" sz="1200" b="0" i="0" u="none" strike="noStrike" cap="none" normalizeH="0" baseline="0" dirty="0">
              <a:ln>
                <a:noFill/>
              </a:ln>
              <a:solidFill>
                <a:srgbClr val="0D0D0D"/>
              </a:solidFill>
              <a:effectLst/>
              <a:latin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sz="1200" b="0" i="0" u="none" strike="noStrike" cap="none" normalizeH="0" baseline="0" dirty="0">
                <a:ln>
                  <a:noFill/>
                </a:ln>
                <a:solidFill>
                  <a:srgbClr val="0D0D0D"/>
                </a:solidFill>
                <a:effectLst/>
                <a:latin typeface="Söhne"/>
              </a:rPr>
              <a:t>Utilité : Contrôle la façon dont les moteurs de recherche interagissent avec la page.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443340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1D5A4A71-BF4C-4D5C-BFC7-87532A78DCB1}"/>
              </a:ext>
            </a:extLst>
          </p:cNvPr>
          <p:cNvSpPr>
            <a:spLocks noGrp="1"/>
          </p:cNvSpPr>
          <p:nvPr>
            <p:ph type="title"/>
          </p:nvPr>
        </p:nvSpPr>
        <p:spPr/>
        <p:txBody>
          <a:bodyPr rtlCol="0"/>
          <a:lstStyle/>
          <a:p>
            <a:pPr rtl="0"/>
            <a:r>
              <a:rPr lang="fr-FR" dirty="0" err="1"/>
              <a:t>Student</a:t>
            </a:r>
            <a:r>
              <a:rPr lang="fr-FR" dirty="0"/>
              <a:t> PARTY CORP</a:t>
            </a:r>
          </a:p>
        </p:txBody>
      </p:sp>
      <p:sp>
        <p:nvSpPr>
          <p:cNvPr id="5" name="Espace réservé du texte 4">
            <a:extLst>
              <a:ext uri="{FF2B5EF4-FFF2-40B4-BE49-F238E27FC236}">
                <a16:creationId xmlns:a16="http://schemas.microsoft.com/office/drawing/2014/main" id="{192DC2B5-5E26-4712-A72B-C467FF94253F}"/>
              </a:ext>
            </a:extLst>
          </p:cNvPr>
          <p:cNvSpPr>
            <a:spLocks noGrp="1"/>
          </p:cNvSpPr>
          <p:nvPr>
            <p:ph type="body" sz="half" idx="2"/>
          </p:nvPr>
        </p:nvSpPr>
        <p:spPr>
          <a:xfrm>
            <a:off x="358529" y="1934334"/>
            <a:ext cx="3517435" cy="3811588"/>
          </a:xfrm>
        </p:spPr>
        <p:txBody>
          <a:bodyPr rtlCol="0">
            <a:normAutofit lnSpcReduction="10000"/>
          </a:bodyPr>
          <a:lstStyle/>
          <a:p>
            <a:pPr rtl="0"/>
            <a:r>
              <a:rPr lang="fr-FR" dirty="0"/>
              <a:t>En tant que gérant, de </a:t>
            </a:r>
            <a:r>
              <a:rPr lang="fr-FR" dirty="0" err="1"/>
              <a:t>student</a:t>
            </a:r>
            <a:r>
              <a:rPr lang="fr-FR" dirty="0"/>
              <a:t> party corporation, j’aurai besoin de faire un formulaire d’inscription des DJ pour mes prochains évènements.</a:t>
            </a:r>
          </a:p>
          <a:p>
            <a:pPr rtl="0"/>
            <a:r>
              <a:rPr lang="fr-FR" dirty="0"/>
              <a:t>J’ai besoin de collecter, le nom, prénom, le mail, le numéro de téléphone, l’email, l’url de son portfolio, la date de la soirée, une check Box pour savoir si la personne vient avec son matériel, sa couleur favorite, et sa photo, le </a:t>
            </a:r>
            <a:r>
              <a:rPr lang="fr-FR"/>
              <a:t>nombre d’enceintes, </a:t>
            </a:r>
            <a:r>
              <a:rPr lang="fr-FR" dirty="0"/>
              <a:t>la puissance </a:t>
            </a:r>
            <a:r>
              <a:rPr lang="fr-FR"/>
              <a:t>des enceintes.</a:t>
            </a:r>
            <a:endParaRPr lang="fr-FR" dirty="0"/>
          </a:p>
          <a:p>
            <a:pPr rtl="0"/>
            <a:r>
              <a:rPr lang="fr-FR" dirty="0"/>
              <a:t>Faire un formulaire html qui puisse être référencé sur le web et qui servira pour un prochain td noté.</a:t>
            </a:r>
          </a:p>
        </p:txBody>
      </p:sp>
      <p:pic>
        <p:nvPicPr>
          <p:cNvPr id="10" name="Espace réservé d’image 9" descr="deux femmes regardent deux ordinateurs portables&#10;">
            <a:extLst>
              <a:ext uri="{FF2B5EF4-FFF2-40B4-BE49-F238E27FC236}">
                <a16:creationId xmlns:a16="http://schemas.microsoft.com/office/drawing/2014/main" id="{109874DF-4483-4899-A10C-B0C5378B0136}"/>
              </a:ext>
            </a:extLst>
          </p:cNvPr>
          <p:cNvPicPr>
            <a:picLocks noGrp="1" noChangeAspect="1"/>
          </p:cNvPicPr>
          <p:nvPr>
            <p:ph type="pic" idx="1"/>
          </p:nvPr>
        </p:nvPicPr>
        <p:blipFill>
          <a:blip r:embed="rId3"/>
          <a:srcRect t="6" b="6"/>
          <a:stretch>
            <a:fillRect/>
          </a:stretch>
        </p:blipFill>
        <p:spPr/>
      </p:pic>
      <p:pic>
        <p:nvPicPr>
          <p:cNvPr id="9" name="Espace réservé d’image 8" descr="femme qui lit">
            <a:extLst>
              <a:ext uri="{FF2B5EF4-FFF2-40B4-BE49-F238E27FC236}">
                <a16:creationId xmlns:a16="http://schemas.microsoft.com/office/drawing/2014/main" id="{BADCDF53-1AD6-4ACB-AABB-AE333D04A938}"/>
              </a:ext>
            </a:extLst>
          </p:cNvPr>
          <p:cNvPicPr>
            <a:picLocks noGrp="1" noChangeAspect="1"/>
          </p:cNvPicPr>
          <p:nvPr>
            <p:ph type="pic" idx="13"/>
          </p:nvPr>
        </p:nvPicPr>
        <p:blipFill>
          <a:blip r:embed="rId4"/>
          <a:srcRect t="6" b="6"/>
          <a:stretch>
            <a:fillRect/>
          </a:stretch>
        </p:blipFill>
        <p:spPr/>
      </p:pic>
      <p:sp>
        <p:nvSpPr>
          <p:cNvPr id="2" name="Espace réservé du pied de page 1">
            <a:extLst>
              <a:ext uri="{FF2B5EF4-FFF2-40B4-BE49-F238E27FC236}">
                <a16:creationId xmlns:a16="http://schemas.microsoft.com/office/drawing/2014/main" id="{54C18C30-67CC-4DDB-826C-ED4C714025BA}"/>
              </a:ext>
            </a:extLst>
          </p:cNvPr>
          <p:cNvSpPr>
            <a:spLocks noGrp="1"/>
          </p:cNvSpPr>
          <p:nvPr>
            <p:ph type="ftr" sz="quarter" idx="11"/>
          </p:nvPr>
        </p:nvSpPr>
        <p:spPr/>
        <p:txBody>
          <a:bodyPr/>
          <a:lstStyle/>
          <a:p>
            <a:pPr algn="l" rtl="0"/>
            <a:r>
              <a:rPr lang="fr-FR" noProof="0"/>
              <a:t>Guillaume FOVEAU 2026</a:t>
            </a:r>
            <a:endParaRPr lang="fr" noProof="0" dirty="0"/>
          </a:p>
        </p:txBody>
      </p:sp>
      <p:sp>
        <p:nvSpPr>
          <p:cNvPr id="3" name="Espace réservé du numéro de diapositive 2">
            <a:extLst>
              <a:ext uri="{FF2B5EF4-FFF2-40B4-BE49-F238E27FC236}">
                <a16:creationId xmlns:a16="http://schemas.microsoft.com/office/drawing/2014/main" id="{0FF2B37E-4039-4551-802B-8F2BD04D9636}"/>
              </a:ext>
            </a:extLst>
          </p:cNvPr>
          <p:cNvSpPr>
            <a:spLocks noGrp="1"/>
          </p:cNvSpPr>
          <p:nvPr>
            <p:ph type="sldNum" sz="quarter" idx="12"/>
          </p:nvPr>
        </p:nvSpPr>
        <p:spPr/>
        <p:txBody>
          <a:bodyPr/>
          <a:lstStyle/>
          <a:p>
            <a:pPr rtl="0"/>
            <a:fld id="{F603CDE5-C1D8-4EDD-870F-A498BAFA520F}" type="slidenum">
              <a:rPr lang="en-US" noProof="0" smtClean="0"/>
              <a:t>15</a:t>
            </a:fld>
            <a:endParaRPr lang="en-US" noProof="0" dirty="0"/>
          </a:p>
        </p:txBody>
      </p:sp>
    </p:spTree>
    <p:extLst>
      <p:ext uri="{BB962C8B-B14F-4D97-AF65-F5344CB8AC3E}">
        <p14:creationId xmlns:p14="http://schemas.microsoft.com/office/powerpoint/2010/main" val="9856522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re 6">
            <a:extLst>
              <a:ext uri="{FF2B5EF4-FFF2-40B4-BE49-F238E27FC236}">
                <a16:creationId xmlns:a16="http://schemas.microsoft.com/office/drawing/2014/main" id="{24EC38A0-3DAB-4B29-9BBE-45A9EBDBF417}"/>
              </a:ext>
            </a:extLst>
          </p:cNvPr>
          <p:cNvSpPr>
            <a:spLocks noGrp="1"/>
          </p:cNvSpPr>
          <p:nvPr>
            <p:ph type="title"/>
          </p:nvPr>
        </p:nvSpPr>
        <p:spPr/>
        <p:txBody>
          <a:bodyPr rtlCol="0"/>
          <a:lstStyle/>
          <a:p>
            <a:pPr rtl="0"/>
            <a:r>
              <a:rPr lang="fr-FR"/>
              <a:t>MERCI DE VOTRE ATTENTION!</a:t>
            </a:r>
          </a:p>
        </p:txBody>
      </p:sp>
      <p:pic>
        <p:nvPicPr>
          <p:cNvPr id="14" name="Espace réservé d’image 13" descr="Jeunes femmes dans une bibliothèque">
            <a:extLst>
              <a:ext uri="{FF2B5EF4-FFF2-40B4-BE49-F238E27FC236}">
                <a16:creationId xmlns:a16="http://schemas.microsoft.com/office/drawing/2014/main" id="{E923BD5B-22B6-4E92-B95F-5F7B6467380E}"/>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a:stretch/>
        </p:blipFill>
        <p:spPr>
          <a:xfrm>
            <a:off x="450662" y="606425"/>
            <a:ext cx="11285913" cy="3536950"/>
          </a:xfrm>
          <a:prstGeom prst="rect">
            <a:avLst/>
          </a:prstGeom>
        </p:spPr>
      </p:pic>
      <p:sp>
        <p:nvSpPr>
          <p:cNvPr id="4" name="Espace réservé du texte 3">
            <a:extLst>
              <a:ext uri="{FF2B5EF4-FFF2-40B4-BE49-F238E27FC236}">
                <a16:creationId xmlns:a16="http://schemas.microsoft.com/office/drawing/2014/main" id="{FD26EF91-820B-4DA2-B398-3E168AFF17A9}"/>
              </a:ext>
            </a:extLst>
          </p:cNvPr>
          <p:cNvSpPr>
            <a:spLocks noGrp="1"/>
          </p:cNvSpPr>
          <p:nvPr>
            <p:ph type="body" sz="half" idx="4294967295"/>
          </p:nvPr>
        </p:nvSpPr>
        <p:spPr>
          <a:xfrm>
            <a:off x="1077203" y="5316688"/>
            <a:ext cx="10014868" cy="676894"/>
          </a:xfrm>
        </p:spPr>
        <p:txBody>
          <a:bodyPr vert="horz" lIns="91440" tIns="45720" rIns="91440" bIns="45720" rtlCol="0" anchor="t">
            <a:normAutofit/>
          </a:bodyPr>
          <a:lstStyle/>
          <a:p>
            <a:pPr marL="0" indent="0" rtl="0">
              <a:lnSpc>
                <a:spcPct val="120000"/>
              </a:lnSpc>
              <a:spcBef>
                <a:spcPct val="20000"/>
              </a:spcBef>
              <a:buNone/>
            </a:pPr>
            <a:r>
              <a:rPr lang="fr-FR" sz="1600" cap="all" dirty="0">
                <a:solidFill>
                  <a:schemeClr val="tx2">
                    <a:lumMod val="10000"/>
                    <a:lumOff val="90000"/>
                    <a:alpha val="75000"/>
                  </a:schemeClr>
                </a:solidFill>
              </a:rPr>
              <a:t> </a:t>
            </a:r>
          </a:p>
        </p:txBody>
      </p:sp>
      <p:sp>
        <p:nvSpPr>
          <p:cNvPr id="2" name="Espace réservé du pied de page 1">
            <a:extLst>
              <a:ext uri="{FF2B5EF4-FFF2-40B4-BE49-F238E27FC236}">
                <a16:creationId xmlns:a16="http://schemas.microsoft.com/office/drawing/2014/main" id="{6A36F095-A2A7-E9ED-A101-11A899705BFA}"/>
              </a:ext>
            </a:extLst>
          </p:cNvPr>
          <p:cNvSpPr>
            <a:spLocks noGrp="1"/>
          </p:cNvSpPr>
          <p:nvPr>
            <p:ph type="ftr" sz="quarter" idx="11"/>
          </p:nvPr>
        </p:nvSpPr>
        <p:spPr/>
        <p:txBody>
          <a:bodyPr/>
          <a:lstStyle/>
          <a:p>
            <a:pPr algn="l" rtl="0"/>
            <a:r>
              <a:rPr lang="fr-FR" noProof="0"/>
              <a:t>Guillaume FOVEAU 2026</a:t>
            </a:r>
          </a:p>
        </p:txBody>
      </p:sp>
      <p:sp>
        <p:nvSpPr>
          <p:cNvPr id="3" name="Espace réservé du numéro de diapositive 2">
            <a:extLst>
              <a:ext uri="{FF2B5EF4-FFF2-40B4-BE49-F238E27FC236}">
                <a16:creationId xmlns:a16="http://schemas.microsoft.com/office/drawing/2014/main" id="{8282B7A5-A6BC-0C00-C075-64E8F6A0C61F}"/>
              </a:ext>
            </a:extLst>
          </p:cNvPr>
          <p:cNvSpPr>
            <a:spLocks noGrp="1"/>
          </p:cNvSpPr>
          <p:nvPr>
            <p:ph type="sldNum" sz="quarter" idx="12"/>
          </p:nvPr>
        </p:nvSpPr>
        <p:spPr/>
        <p:txBody>
          <a:bodyPr/>
          <a:lstStyle/>
          <a:p>
            <a:pPr rtl="0"/>
            <a:fld id="{F603CDE5-C1D8-4EDD-870F-A498BAFA520F}" type="slidenum">
              <a:rPr lang="fr-FR" noProof="0" smtClean="0"/>
              <a:t>16</a:t>
            </a:fld>
            <a:endParaRPr lang="fr-FR" noProof="0"/>
          </a:p>
        </p:txBody>
      </p:sp>
    </p:spTree>
    <p:extLst>
      <p:ext uri="{BB962C8B-B14F-4D97-AF65-F5344CB8AC3E}">
        <p14:creationId xmlns:p14="http://schemas.microsoft.com/office/powerpoint/2010/main" val="3798308848"/>
      </p:ext>
    </p:extLst>
  </p:cSld>
  <p:clrMapOvr>
    <a:masterClrMapping/>
  </p:clrMapOvr>
</p:sld>
</file>

<file path=ppt/theme/theme1.xml><?xml version="1.0" encoding="utf-8"?>
<a:theme xmlns:a="http://schemas.openxmlformats.org/drawingml/2006/main" name="DividendVTI">
  <a:themeElements>
    <a:clrScheme name="">
      <a:dk1>
        <a:srgbClr val="000000"/>
      </a:dk1>
      <a:lt1>
        <a:srgbClr val="FFFFFF"/>
      </a:lt1>
      <a:dk2>
        <a:srgbClr val="242F41"/>
      </a:dk2>
      <a:lt2>
        <a:srgbClr val="E2E6E8"/>
      </a:lt2>
      <a:accent1>
        <a:srgbClr val="CE7242"/>
      </a:accent1>
      <a:accent2>
        <a:srgbClr val="BC303B"/>
      </a:accent2>
      <a:accent3>
        <a:srgbClr val="CE4287"/>
      </a:accent3>
      <a:accent4>
        <a:srgbClr val="BC30AF"/>
      </a:accent4>
      <a:accent5>
        <a:srgbClr val="A042CE"/>
      </a:accent5>
      <a:accent6>
        <a:srgbClr val="6444C2"/>
      </a:accent6>
      <a:hlink>
        <a:srgbClr val="3B8AB3"/>
      </a:hlink>
      <a:folHlink>
        <a:srgbClr val="7F7F7F"/>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_61330679_TF00870617_Win32" id="{0C21701E-A02E-4477-B0D7-D47A31FC1B2D}" vid="{49D40C53-E881-496D-A6A9-546E4C7AC345}"/>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Formation au sein d'une entreprise traditionnelle</Template>
  <TotalTime>103</TotalTime>
  <Words>2299</Words>
  <Application>Microsoft Office PowerPoint</Application>
  <PresentationFormat>Grand écran</PresentationFormat>
  <Paragraphs>227</Paragraphs>
  <Slides>16</Slides>
  <Notes>6</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16</vt:i4>
      </vt:variant>
    </vt:vector>
  </HeadingPairs>
  <TitlesOfParts>
    <vt:vector size="24" baseType="lpstr">
      <vt:lpstr>Arial</vt:lpstr>
      <vt:lpstr>Calibri</vt:lpstr>
      <vt:lpstr>Gill Sans MT</vt:lpstr>
      <vt:lpstr>Söhne</vt:lpstr>
      <vt:lpstr>Söhne Mono</vt:lpstr>
      <vt:lpstr>Wingdings</vt:lpstr>
      <vt:lpstr>Wingdings 2</vt:lpstr>
      <vt:lpstr>DividendVTI</vt:lpstr>
      <vt:lpstr>HTML</vt:lpstr>
      <vt:lpstr>LE WEB</vt:lpstr>
      <vt:lpstr>LE WEB</vt:lpstr>
      <vt:lpstr>Exemple Site 1 </vt:lpstr>
      <vt:lpstr>Les balises HTML</vt:lpstr>
      <vt:lpstr>Les balises HTML</vt:lpstr>
      <vt:lpstr>Les balises INPUT</vt:lpstr>
      <vt:lpstr>Les balises INPUT</vt:lpstr>
      <vt:lpstr>Les balises INPUT</vt:lpstr>
      <vt:lpstr>Les caractéristiques styles</vt:lpstr>
      <vt:lpstr>Les caractéristiques styles</vt:lpstr>
      <vt:lpstr>Les caractéristiques styles</vt:lpstr>
      <vt:lpstr>Les balises META</vt:lpstr>
      <vt:lpstr>Les balises META</vt:lpstr>
      <vt:lpstr>Student PARTY CORP</vt:lpstr>
      <vt:lpstr>MERCI DE VOTRE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Enseigner un cours</dc:title>
  <dc:creator>Guillaume FOVEAU</dc:creator>
  <cp:lastModifiedBy>Guillaume FOVEAU</cp:lastModifiedBy>
  <cp:revision>2</cp:revision>
  <dcterms:created xsi:type="dcterms:W3CDTF">2024-03-02T11:02:11Z</dcterms:created>
  <dcterms:modified xsi:type="dcterms:W3CDTF">2026-04-09T10:40:45Z</dcterms:modified>
</cp:coreProperties>
</file>