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5" r:id="rId1"/>
  </p:sldMasterIdLst>
  <p:notesMasterIdLst>
    <p:notesMasterId r:id="rId6"/>
  </p:notesMasterIdLst>
  <p:handoutMasterIdLst>
    <p:handoutMasterId r:id="rId7"/>
  </p:handoutMasterIdLst>
  <p:sldIdLst>
    <p:sldId id="256" r:id="rId2"/>
    <p:sldId id="301" r:id="rId3"/>
    <p:sldId id="309" r:id="rId4"/>
    <p:sldId id="318" r:id="rId5"/>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eu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53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09CC3C-6CB0-480D-AD9A-D6EA6BF0CDE8}" v="6" dt="2026-04-02T11:49:33.8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85" autoAdjust="0"/>
    <p:restoredTop sz="94634" autoAdjust="0"/>
  </p:normalViewPr>
  <p:slideViewPr>
    <p:cSldViewPr snapToGrid="0">
      <p:cViewPr varScale="1">
        <p:scale>
          <a:sx n="75" d="100"/>
          <a:sy n="75" d="100"/>
        </p:scale>
        <p:origin x="1133" y="262"/>
      </p:cViewPr>
      <p:guideLst>
        <p:guide orient="horz" pos="2160"/>
        <p:guide pos="3840"/>
      </p:guideLst>
    </p:cSldViewPr>
  </p:slideViewPr>
  <p:notesTextViewPr>
    <p:cViewPr>
      <p:scale>
        <a:sx n="1" d="1"/>
        <a:sy n="1" d="1"/>
      </p:scale>
      <p:origin x="0" y="0"/>
    </p:cViewPr>
  </p:notesTextViewPr>
  <p:notesViewPr>
    <p:cSldViewPr snapToGrid="0">
      <p:cViewPr varScale="1">
        <p:scale>
          <a:sx n="93" d="100"/>
          <a:sy n="93" d="100"/>
        </p:scale>
        <p:origin x="295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aume FOVEAU" userId="dabd906ad70badc6" providerId="LiveId" clId="{43F131B2-21F0-476C-A6CD-2431D27944F7}"/>
    <pc:docChg chg="custSel modSld">
      <pc:chgData name="Guillaume FOVEAU" userId="dabd906ad70badc6" providerId="LiveId" clId="{43F131B2-21F0-476C-A6CD-2431D27944F7}" dt="2026-04-02T11:49:33.810" v="5"/>
      <pc:docMkLst>
        <pc:docMk/>
      </pc:docMkLst>
      <pc:sldChg chg="addSp delSp modSp mod">
        <pc:chgData name="Guillaume FOVEAU" userId="dabd906ad70badc6" providerId="LiveId" clId="{43F131B2-21F0-476C-A6CD-2431D27944F7}" dt="2026-04-02T11:49:33.810" v="5"/>
        <pc:sldMkLst>
          <pc:docMk/>
          <pc:sldMk cId="1789873386" sldId="301"/>
        </pc:sldMkLst>
        <pc:picChg chg="add mod">
          <ac:chgData name="Guillaume FOVEAU" userId="dabd906ad70badc6" providerId="LiveId" clId="{43F131B2-21F0-476C-A6CD-2431D27944F7}" dt="2026-04-02T11:46:04.742" v="3" actId="14100"/>
          <ac:picMkLst>
            <pc:docMk/>
            <pc:sldMk cId="1789873386" sldId="301"/>
            <ac:picMk id="4" creationId="{0D128B7D-0AF1-BD74-327D-AE278466B6EB}"/>
          </ac:picMkLst>
        </pc:picChg>
        <pc:picChg chg="del">
          <ac:chgData name="Guillaume FOVEAU" userId="dabd906ad70badc6" providerId="LiveId" clId="{43F131B2-21F0-476C-A6CD-2431D27944F7}" dt="2026-04-02T11:45:56.057" v="0" actId="478"/>
          <ac:picMkLst>
            <pc:docMk/>
            <pc:sldMk cId="1789873386" sldId="301"/>
            <ac:picMk id="5" creationId="{0A80B81C-4B55-A3DA-1448-62199D086CE7}"/>
          </ac:picMkLst>
        </pc:picChg>
        <pc:picChg chg="add mod">
          <ac:chgData name="Guillaume FOVEAU" userId="dabd906ad70badc6" providerId="LiveId" clId="{43F131B2-21F0-476C-A6CD-2431D27944F7}" dt="2026-04-02T11:46:04.742" v="3" actId="14100"/>
          <ac:picMkLst>
            <pc:docMk/>
            <pc:sldMk cId="1789873386" sldId="301"/>
            <ac:picMk id="9" creationId="{1D94689A-B434-7786-5138-C1386F0B192C}"/>
          </ac:picMkLst>
        </pc:picChg>
        <pc:picChg chg="add mod">
          <ac:chgData name="Guillaume FOVEAU" userId="dabd906ad70badc6" providerId="LiveId" clId="{43F131B2-21F0-476C-A6CD-2431D27944F7}" dt="2026-04-02T11:46:04.742" v="3" actId="14100"/>
          <ac:picMkLst>
            <pc:docMk/>
            <pc:sldMk cId="1789873386" sldId="301"/>
            <ac:picMk id="11" creationId="{67C916B3-CDE9-8B3A-12B8-E455C8EC7C06}"/>
          </ac:picMkLst>
        </pc:picChg>
        <pc:picChg chg="mod">
          <ac:chgData name="Guillaume FOVEAU" userId="dabd906ad70badc6" providerId="LiveId" clId="{43F131B2-21F0-476C-A6CD-2431D27944F7}" dt="2026-04-02T11:48:23.295" v="4"/>
          <ac:picMkLst>
            <pc:docMk/>
            <pc:sldMk cId="1789873386" sldId="301"/>
            <ac:picMk id="15" creationId="{FC814E3D-6C5D-229E-C9B9-A6302DF74A54}"/>
          </ac:picMkLst>
        </pc:picChg>
        <pc:picChg chg="mod">
          <ac:chgData name="Guillaume FOVEAU" userId="dabd906ad70badc6" providerId="LiveId" clId="{43F131B2-21F0-476C-A6CD-2431D27944F7}" dt="2026-04-02T11:49:33.810" v="5"/>
          <ac:picMkLst>
            <pc:docMk/>
            <pc:sldMk cId="1789873386" sldId="301"/>
            <ac:picMk id="1026" creationId="{1F0642FF-2E6D-64C6-59AA-5D25E5046188}"/>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F07F19-1F50-4B42-A7A0-278DF9D25BB1}" type="doc">
      <dgm:prSet loTypeId="urn:microsoft.com/office/officeart/2016/7/layout/BasicLinearProcessNumbered#1" loCatId="process" qsTypeId="urn:microsoft.com/office/officeart/2005/8/quickstyle/simple1" qsCatId="simple" csTypeId="urn:microsoft.com/office/officeart/2005/8/colors/accent1_2" csCatId="accent1" phldr="1"/>
      <dgm:spPr/>
      <dgm:t>
        <a:bodyPr rtlCol="0"/>
        <a:lstStyle/>
        <a:p>
          <a:pPr rtl="0"/>
          <a:endParaRPr lang="en-US"/>
        </a:p>
      </dgm:t>
    </dgm:pt>
    <dgm:pt modelId="{2EE95FC5-CD6B-4A50-9262-DC414E16C3EA}">
      <dgm:prSet custT="1"/>
      <dgm:spPr/>
      <dgm:t>
        <a:bodyPr lIns="288000" rtlCol="0"/>
        <a:lstStyle/>
        <a:p>
          <a:pPr rtl="0"/>
          <a:r>
            <a:rPr lang="fr-FR" sz="2000" noProof="0" dirty="0">
              <a:solidFill>
                <a:schemeClr val="accent1">
                  <a:lumMod val="75000"/>
                </a:schemeClr>
              </a:solidFill>
            </a:rPr>
            <a:t>PHP, HTML, basics</a:t>
          </a:r>
        </a:p>
        <a:p>
          <a:pPr rtl="0"/>
          <a:r>
            <a:rPr lang="fr-FR" sz="1600" noProof="0" dirty="0"/>
            <a:t>Td : Exercices codages</a:t>
          </a:r>
        </a:p>
      </dgm:t>
    </dgm:pt>
    <dgm:pt modelId="{75374347-884B-4721-8CFF-DF080F5B1C79}" type="parTrans" cxnId="{B3F19EC2-A372-4EC3-BFE0-C62FFDFE3DF6}">
      <dgm:prSet/>
      <dgm:spPr/>
      <dgm:t>
        <a:bodyPr rtlCol="0"/>
        <a:lstStyle/>
        <a:p>
          <a:pPr rtl="0"/>
          <a:endParaRPr lang="fr-FR" noProof="0" dirty="0"/>
        </a:p>
      </dgm:t>
    </dgm:pt>
    <dgm:pt modelId="{C99EBBB1-E916-471C-83C9-ABE85B42AC26}" type="sibTrans" cxnId="{B3F19EC2-A372-4EC3-BFE0-C62FFDFE3DF6}">
      <dgm:prSet phldrT="1" phldr="0"/>
      <dgm:spPr/>
      <dgm:t>
        <a:bodyPr rtlCol="0"/>
        <a:lstStyle/>
        <a:p>
          <a:pPr rtl="0"/>
          <a:r>
            <a:rPr lang="fr-FR" noProof="0"/>
            <a:t>1</a:t>
          </a:r>
          <a:endParaRPr lang="fr-FR" noProof="0" dirty="0"/>
        </a:p>
      </dgm:t>
    </dgm:pt>
    <dgm:pt modelId="{F05611F0-8256-4954-B6CB-ED6B4F2DD397}">
      <dgm:prSet custT="1"/>
      <dgm:spPr/>
      <dgm:t>
        <a:bodyPr lIns="288000" rtlCol="0"/>
        <a:lstStyle/>
        <a:p>
          <a:pPr rtl="0"/>
          <a:r>
            <a:rPr lang="fr-FR" sz="2000" noProof="0" dirty="0">
              <a:solidFill>
                <a:schemeClr val="accent1">
                  <a:lumMod val="75000"/>
                </a:schemeClr>
              </a:solidFill>
            </a:rPr>
            <a:t>MYSQL basics, CSS, Qualimétrie</a:t>
          </a:r>
        </a:p>
        <a:p>
          <a:pPr rtl="0"/>
          <a:r>
            <a:rPr lang="fr-FR" sz="1600" noProof="0" dirty="0"/>
            <a:t>Td : raccourcisseur d’url</a:t>
          </a:r>
          <a:endParaRPr lang="fr-FR" sz="1600" noProof="0" dirty="0">
            <a:solidFill>
              <a:schemeClr val="accent1">
                <a:lumMod val="75000"/>
              </a:schemeClr>
            </a:solidFill>
          </a:endParaRPr>
        </a:p>
      </dgm:t>
    </dgm:pt>
    <dgm:pt modelId="{CD7328D6-9FAE-4506-9BDB-E06A571EC1D4}" type="parTrans" cxnId="{914FACD2-336A-4471-9E99-312B3F8EAB04}">
      <dgm:prSet/>
      <dgm:spPr/>
      <dgm:t>
        <a:bodyPr rtlCol="0"/>
        <a:lstStyle/>
        <a:p>
          <a:pPr rtl="0"/>
          <a:endParaRPr lang="fr-FR" noProof="0" dirty="0"/>
        </a:p>
      </dgm:t>
    </dgm:pt>
    <dgm:pt modelId="{6BD5265A-8333-420D-BDB2-65F10B3EBD76}" type="sibTrans" cxnId="{914FACD2-336A-4471-9E99-312B3F8EAB04}">
      <dgm:prSet phldrT="2" phldr="0"/>
      <dgm:spPr/>
      <dgm:t>
        <a:bodyPr rtlCol="0"/>
        <a:lstStyle/>
        <a:p>
          <a:pPr rtl="0"/>
          <a:r>
            <a:rPr lang="fr-FR" noProof="0"/>
            <a:t>2</a:t>
          </a:r>
          <a:endParaRPr lang="fr-FR" noProof="0" dirty="0"/>
        </a:p>
      </dgm:t>
    </dgm:pt>
    <dgm:pt modelId="{22625139-F93A-4F3F-A7AA-4923A01AEDF3}">
      <dgm:prSet custT="1"/>
      <dgm:spPr/>
      <dgm:t>
        <a:bodyPr lIns="288000" rtlCol="0"/>
        <a:lstStyle/>
        <a:p>
          <a:pPr rtl="0"/>
          <a:r>
            <a:rPr lang="fr-FR" sz="2000" noProof="0" dirty="0">
              <a:solidFill>
                <a:schemeClr val="accent1">
                  <a:lumMod val="75000"/>
                </a:schemeClr>
              </a:solidFill>
            </a:rPr>
            <a:t>API </a:t>
          </a:r>
          <a:r>
            <a:rPr lang="fr-FR" sz="2000" noProof="0" dirty="0" err="1">
              <a:solidFill>
                <a:schemeClr val="accent1">
                  <a:lumMod val="75000"/>
                </a:schemeClr>
              </a:solidFill>
            </a:rPr>
            <a:t>Rest</a:t>
          </a:r>
          <a:r>
            <a:rPr lang="fr-FR" sz="2000" noProof="0" dirty="0">
              <a:solidFill>
                <a:schemeClr val="accent1">
                  <a:lumMod val="75000"/>
                </a:schemeClr>
              </a:solidFill>
            </a:rPr>
            <a:t>, </a:t>
          </a:r>
          <a:r>
            <a:rPr lang="fr-FR" sz="2000" noProof="0" dirty="0" err="1">
              <a:solidFill>
                <a:schemeClr val="accent1">
                  <a:lumMod val="75000"/>
                </a:schemeClr>
              </a:solidFill>
            </a:rPr>
            <a:t>Php</a:t>
          </a:r>
          <a:r>
            <a:rPr lang="fr-FR" sz="2000" noProof="0" dirty="0">
              <a:solidFill>
                <a:schemeClr val="accent1">
                  <a:lumMod val="75000"/>
                </a:schemeClr>
              </a:solidFill>
            </a:rPr>
            <a:t> Unit.</a:t>
          </a:r>
        </a:p>
        <a:p>
          <a:pPr rtl="0"/>
          <a:r>
            <a:rPr lang="fr-FR" sz="1200" noProof="0" dirty="0"/>
            <a:t>Td : Ecriture d’un </a:t>
          </a:r>
          <a:r>
            <a:rPr lang="fr-FR" sz="1200" noProof="0" dirty="0" err="1"/>
            <a:t>framework</a:t>
          </a:r>
          <a:r>
            <a:rPr lang="fr-FR" sz="1200" noProof="0" dirty="0"/>
            <a:t> CRUD</a:t>
          </a:r>
        </a:p>
        <a:p>
          <a:pPr rtl="0"/>
          <a:r>
            <a:rPr lang="fr-FR" sz="1200" noProof="0" dirty="0"/>
            <a:t>permettant de s’inscrire à événement. </a:t>
          </a:r>
        </a:p>
      </dgm:t>
    </dgm:pt>
    <dgm:pt modelId="{F549A0EB-6BE9-4749-8336-B02A279AE302}" type="parTrans" cxnId="{FC7721F0-429B-4CE7-BE98-C2F3C41FE9C7}">
      <dgm:prSet/>
      <dgm:spPr/>
      <dgm:t>
        <a:bodyPr rtlCol="0"/>
        <a:lstStyle/>
        <a:p>
          <a:pPr rtl="0"/>
          <a:endParaRPr lang="fr-FR" noProof="0" dirty="0"/>
        </a:p>
      </dgm:t>
    </dgm:pt>
    <dgm:pt modelId="{A8E2FA08-4DD4-4654-A85D-9A99162D6201}" type="sibTrans" cxnId="{FC7721F0-429B-4CE7-BE98-C2F3C41FE9C7}">
      <dgm:prSet phldrT="3" phldr="0"/>
      <dgm:spPr/>
      <dgm:t>
        <a:bodyPr rtlCol="0"/>
        <a:lstStyle/>
        <a:p>
          <a:pPr rtl="0"/>
          <a:r>
            <a:rPr lang="fr-FR" noProof="0"/>
            <a:t>3</a:t>
          </a:r>
          <a:endParaRPr lang="fr-FR" noProof="0" dirty="0"/>
        </a:p>
      </dgm:t>
    </dgm:pt>
    <dgm:pt modelId="{140952D0-0E1D-4F48-9F16-53581487CFA0}">
      <dgm:prSet custT="1"/>
      <dgm:spPr/>
      <dgm:t>
        <a:bodyPr lIns="288000" rtlCol="0"/>
        <a:lstStyle/>
        <a:p>
          <a:pPr rtl="0"/>
          <a:r>
            <a:rPr lang="fr-FR" sz="2000" noProof="0" dirty="0">
              <a:solidFill>
                <a:schemeClr val="accent1">
                  <a:lumMod val="75000"/>
                </a:schemeClr>
              </a:solidFill>
            </a:rPr>
            <a:t>Green IT, Framework Symfony basics.</a:t>
          </a:r>
        </a:p>
        <a:p>
          <a:pPr rtl="0"/>
          <a:r>
            <a:rPr lang="fr-FR" sz="1500" noProof="0" dirty="0"/>
            <a:t>Td : création page simple</a:t>
          </a:r>
        </a:p>
      </dgm:t>
    </dgm:pt>
    <dgm:pt modelId="{790C446F-6917-41E7-BE01-7AFE2676D505}" type="parTrans" cxnId="{B07163E8-ADEC-492A-8F07-7E5786AB23AE}">
      <dgm:prSet/>
      <dgm:spPr/>
      <dgm:t>
        <a:bodyPr rtlCol="0"/>
        <a:lstStyle/>
        <a:p>
          <a:pPr rtl="0"/>
          <a:endParaRPr lang="fr-FR" noProof="0" dirty="0"/>
        </a:p>
      </dgm:t>
    </dgm:pt>
    <dgm:pt modelId="{2804F27C-9BA9-4D07-AB02-74BE7DFA2C0E}" type="sibTrans" cxnId="{B07163E8-ADEC-492A-8F07-7E5786AB23AE}">
      <dgm:prSet phldrT="4" phldr="0"/>
      <dgm:spPr/>
      <dgm:t>
        <a:bodyPr rtlCol="0"/>
        <a:lstStyle/>
        <a:p>
          <a:pPr rtl="0"/>
          <a:r>
            <a:rPr lang="fr-FR" noProof="0"/>
            <a:t>4</a:t>
          </a:r>
          <a:endParaRPr lang="fr-FR" noProof="0" dirty="0"/>
        </a:p>
      </dgm:t>
    </dgm:pt>
    <dgm:pt modelId="{C2F8C7F7-44C4-414A-BCCD-56E91DD0A777}">
      <dgm:prSet custT="1"/>
      <dgm:spPr/>
      <dgm:t>
        <a:bodyPr lIns="288000" rtlCol="0"/>
        <a:lstStyle/>
        <a:p>
          <a:pPr rtl="0"/>
          <a:r>
            <a:rPr lang="fr-FR" sz="2000" noProof="0" dirty="0" err="1">
              <a:solidFill>
                <a:schemeClr val="accent1">
                  <a:lumMod val="75000"/>
                </a:schemeClr>
              </a:solidFill>
            </a:rPr>
            <a:t>CyberSecurity</a:t>
          </a:r>
          <a:r>
            <a:rPr lang="fr-FR" sz="2000" noProof="0" dirty="0">
              <a:solidFill>
                <a:schemeClr val="accent1">
                  <a:lumMod val="75000"/>
                </a:schemeClr>
              </a:solidFill>
            </a:rPr>
            <a:t> Framework Symfony.</a:t>
          </a:r>
        </a:p>
        <a:p>
          <a:pPr rtl="0"/>
          <a:r>
            <a:rPr lang="fr-FR" sz="1600" b="0" noProof="0" dirty="0"/>
            <a:t>Td : </a:t>
          </a:r>
          <a:r>
            <a:rPr lang="fr-FR" sz="1600" b="0" i="0" dirty="0"/>
            <a:t>Application de Gestion de Colocations</a:t>
          </a:r>
          <a:endParaRPr lang="fr-FR" sz="1600" b="0" noProof="0" dirty="0">
            <a:solidFill>
              <a:schemeClr val="accent1">
                <a:lumMod val="75000"/>
              </a:schemeClr>
            </a:solidFill>
          </a:endParaRPr>
        </a:p>
      </dgm:t>
    </dgm:pt>
    <dgm:pt modelId="{E6C6DF88-9436-40D7-BA84-18FE896A6151}" type="parTrans" cxnId="{14D43B81-F92D-4CD8-9D1E-78CBF092C750}">
      <dgm:prSet/>
      <dgm:spPr/>
      <dgm:t>
        <a:bodyPr rtlCol="0"/>
        <a:lstStyle/>
        <a:p>
          <a:pPr rtl="0"/>
          <a:endParaRPr lang="fr-FR" noProof="0" dirty="0"/>
        </a:p>
      </dgm:t>
    </dgm:pt>
    <dgm:pt modelId="{4E39967D-43EF-4F15-814A-2F491D900D43}" type="sibTrans" cxnId="{14D43B81-F92D-4CD8-9D1E-78CBF092C750}">
      <dgm:prSet phldrT="5" phldr="0"/>
      <dgm:spPr/>
      <dgm:t>
        <a:bodyPr rtlCol="0"/>
        <a:lstStyle/>
        <a:p>
          <a:pPr rtl="0"/>
          <a:r>
            <a:rPr lang="fr-FR" noProof="0"/>
            <a:t>5</a:t>
          </a:r>
          <a:endParaRPr lang="fr-FR" noProof="0" dirty="0"/>
        </a:p>
      </dgm:t>
    </dgm:pt>
    <dgm:pt modelId="{C09B749D-9CF7-492C-B341-D9553818451B}" type="pres">
      <dgm:prSet presAssocID="{D0F07F19-1F50-4B42-A7A0-278DF9D25BB1}" presName="Name0" presStyleCnt="0">
        <dgm:presLayoutVars>
          <dgm:animLvl val="lvl"/>
          <dgm:resizeHandles val="exact"/>
        </dgm:presLayoutVars>
      </dgm:prSet>
      <dgm:spPr/>
    </dgm:pt>
    <dgm:pt modelId="{8EEF3829-836D-4E60-A9BC-8F0AD18883EE}" type="pres">
      <dgm:prSet presAssocID="{2EE95FC5-CD6B-4A50-9262-DC414E16C3EA}" presName="compositeNode" presStyleCnt="0">
        <dgm:presLayoutVars>
          <dgm:bulletEnabled val="1"/>
        </dgm:presLayoutVars>
      </dgm:prSet>
      <dgm:spPr/>
    </dgm:pt>
    <dgm:pt modelId="{5947A689-FC4A-4FDF-BDDD-890A8474DEF9}" type="pres">
      <dgm:prSet presAssocID="{2EE95FC5-CD6B-4A50-9262-DC414E16C3EA}" presName="bgRect" presStyleLbl="bgAccFollowNode1" presStyleIdx="0" presStyleCnt="5"/>
      <dgm:spPr/>
    </dgm:pt>
    <dgm:pt modelId="{94E9EF1A-1D07-4210-9402-6C559E90358A}" type="pres">
      <dgm:prSet presAssocID="{C99EBBB1-E916-471C-83C9-ABE85B42AC26}" presName="sibTransNodeCircle" presStyleLbl="alignNode1" presStyleIdx="0" presStyleCnt="10">
        <dgm:presLayoutVars>
          <dgm:chMax val="0"/>
          <dgm:bulletEnabled/>
        </dgm:presLayoutVars>
      </dgm:prSet>
      <dgm:spPr>
        <a:prstGeom prst="rect">
          <a:avLst/>
        </a:prstGeom>
      </dgm:spPr>
    </dgm:pt>
    <dgm:pt modelId="{B9E74D06-8974-46A7-BDE8-CAC0846523DB}" type="pres">
      <dgm:prSet presAssocID="{2EE95FC5-CD6B-4A50-9262-DC414E16C3EA}" presName="bottomLine" presStyleLbl="alignNode1" presStyleIdx="1" presStyleCnt="10">
        <dgm:presLayoutVars/>
      </dgm:prSet>
      <dgm:spPr/>
    </dgm:pt>
    <dgm:pt modelId="{815671D8-22AE-4967-8461-EBC1C9F97F94}" type="pres">
      <dgm:prSet presAssocID="{2EE95FC5-CD6B-4A50-9262-DC414E16C3EA}" presName="nodeText" presStyleLbl="bgAccFollowNode1" presStyleIdx="0" presStyleCnt="5">
        <dgm:presLayoutVars>
          <dgm:bulletEnabled val="1"/>
        </dgm:presLayoutVars>
      </dgm:prSet>
      <dgm:spPr/>
    </dgm:pt>
    <dgm:pt modelId="{4345A606-3100-40DC-847D-F26F8DFFB0A4}" type="pres">
      <dgm:prSet presAssocID="{C99EBBB1-E916-471C-83C9-ABE85B42AC26}" presName="sibTrans" presStyleCnt="0"/>
      <dgm:spPr/>
    </dgm:pt>
    <dgm:pt modelId="{9D438F26-CD1B-4D67-AF02-B4D0BD99464E}" type="pres">
      <dgm:prSet presAssocID="{F05611F0-8256-4954-B6CB-ED6B4F2DD397}" presName="compositeNode" presStyleCnt="0">
        <dgm:presLayoutVars>
          <dgm:bulletEnabled val="1"/>
        </dgm:presLayoutVars>
      </dgm:prSet>
      <dgm:spPr/>
    </dgm:pt>
    <dgm:pt modelId="{5C8F9B26-840A-4F96-8D27-2D7E00511C9A}" type="pres">
      <dgm:prSet presAssocID="{F05611F0-8256-4954-B6CB-ED6B4F2DD397}" presName="bgRect" presStyleLbl="bgAccFollowNode1" presStyleIdx="1" presStyleCnt="5"/>
      <dgm:spPr/>
    </dgm:pt>
    <dgm:pt modelId="{DAC041B6-6570-477A-B4C1-5CB7E0EFE0DC}" type="pres">
      <dgm:prSet presAssocID="{6BD5265A-8333-420D-BDB2-65F10B3EBD76}" presName="sibTransNodeCircle" presStyleLbl="alignNode1" presStyleIdx="2" presStyleCnt="10">
        <dgm:presLayoutVars>
          <dgm:chMax val="0"/>
          <dgm:bulletEnabled/>
        </dgm:presLayoutVars>
      </dgm:prSet>
      <dgm:spPr>
        <a:prstGeom prst="rect">
          <a:avLst/>
        </a:prstGeom>
      </dgm:spPr>
    </dgm:pt>
    <dgm:pt modelId="{F8ADDB2A-2689-4ACF-8222-B372EB5C8D35}" type="pres">
      <dgm:prSet presAssocID="{F05611F0-8256-4954-B6CB-ED6B4F2DD397}" presName="bottomLine" presStyleLbl="alignNode1" presStyleIdx="3" presStyleCnt="10">
        <dgm:presLayoutVars/>
      </dgm:prSet>
      <dgm:spPr/>
    </dgm:pt>
    <dgm:pt modelId="{36EB2DDF-B510-4B3C-AF9A-757E14A78E4D}" type="pres">
      <dgm:prSet presAssocID="{F05611F0-8256-4954-B6CB-ED6B4F2DD397}" presName="nodeText" presStyleLbl="bgAccFollowNode1" presStyleIdx="1" presStyleCnt="5">
        <dgm:presLayoutVars>
          <dgm:bulletEnabled val="1"/>
        </dgm:presLayoutVars>
      </dgm:prSet>
      <dgm:spPr/>
    </dgm:pt>
    <dgm:pt modelId="{8BDDBF6E-ECE6-4E6A-B0D3-17197BA824D3}" type="pres">
      <dgm:prSet presAssocID="{6BD5265A-8333-420D-BDB2-65F10B3EBD76}" presName="sibTrans" presStyleCnt="0"/>
      <dgm:spPr/>
    </dgm:pt>
    <dgm:pt modelId="{5419C900-3474-4480-82CB-923AF8027A48}" type="pres">
      <dgm:prSet presAssocID="{22625139-F93A-4F3F-A7AA-4923A01AEDF3}" presName="compositeNode" presStyleCnt="0">
        <dgm:presLayoutVars>
          <dgm:bulletEnabled val="1"/>
        </dgm:presLayoutVars>
      </dgm:prSet>
      <dgm:spPr/>
    </dgm:pt>
    <dgm:pt modelId="{83253AE2-89B5-4ADC-817A-FEF4E0BC4B49}" type="pres">
      <dgm:prSet presAssocID="{22625139-F93A-4F3F-A7AA-4923A01AEDF3}" presName="bgRect" presStyleLbl="bgAccFollowNode1" presStyleIdx="2" presStyleCnt="5"/>
      <dgm:spPr/>
    </dgm:pt>
    <dgm:pt modelId="{82EE2C17-F664-4616-8F76-97637F08E124}" type="pres">
      <dgm:prSet presAssocID="{A8E2FA08-4DD4-4654-A85D-9A99162D6201}" presName="sibTransNodeCircle" presStyleLbl="alignNode1" presStyleIdx="4" presStyleCnt="10">
        <dgm:presLayoutVars>
          <dgm:chMax val="0"/>
          <dgm:bulletEnabled/>
        </dgm:presLayoutVars>
      </dgm:prSet>
      <dgm:spPr>
        <a:prstGeom prst="rect">
          <a:avLst/>
        </a:prstGeom>
      </dgm:spPr>
    </dgm:pt>
    <dgm:pt modelId="{96383FDE-483E-4E6D-B151-4FC41C065094}" type="pres">
      <dgm:prSet presAssocID="{22625139-F93A-4F3F-A7AA-4923A01AEDF3}" presName="bottomLine" presStyleLbl="alignNode1" presStyleIdx="5" presStyleCnt="10">
        <dgm:presLayoutVars/>
      </dgm:prSet>
      <dgm:spPr/>
    </dgm:pt>
    <dgm:pt modelId="{BBF86657-8EAE-46E6-B25A-D2056AE50973}" type="pres">
      <dgm:prSet presAssocID="{22625139-F93A-4F3F-A7AA-4923A01AEDF3}" presName="nodeText" presStyleLbl="bgAccFollowNode1" presStyleIdx="2" presStyleCnt="5">
        <dgm:presLayoutVars>
          <dgm:bulletEnabled val="1"/>
        </dgm:presLayoutVars>
      </dgm:prSet>
      <dgm:spPr/>
    </dgm:pt>
    <dgm:pt modelId="{8DC76FCE-F8A0-43BB-94B0-26867DA9F629}" type="pres">
      <dgm:prSet presAssocID="{A8E2FA08-4DD4-4654-A85D-9A99162D6201}" presName="sibTrans" presStyleCnt="0"/>
      <dgm:spPr/>
    </dgm:pt>
    <dgm:pt modelId="{46746BF8-8C13-403D-B74A-6BA79A7FA811}" type="pres">
      <dgm:prSet presAssocID="{140952D0-0E1D-4F48-9F16-53581487CFA0}" presName="compositeNode" presStyleCnt="0">
        <dgm:presLayoutVars>
          <dgm:bulletEnabled val="1"/>
        </dgm:presLayoutVars>
      </dgm:prSet>
      <dgm:spPr/>
    </dgm:pt>
    <dgm:pt modelId="{7ACBA089-E576-4FF4-865F-C3BBF7659A23}" type="pres">
      <dgm:prSet presAssocID="{140952D0-0E1D-4F48-9F16-53581487CFA0}" presName="bgRect" presStyleLbl="bgAccFollowNode1" presStyleIdx="3" presStyleCnt="5"/>
      <dgm:spPr/>
    </dgm:pt>
    <dgm:pt modelId="{3CBA3CC0-D70A-4B98-9329-64604EDF25F0}" type="pres">
      <dgm:prSet presAssocID="{2804F27C-9BA9-4D07-AB02-74BE7DFA2C0E}" presName="sibTransNodeCircle" presStyleLbl="alignNode1" presStyleIdx="6" presStyleCnt="10">
        <dgm:presLayoutVars>
          <dgm:chMax val="0"/>
          <dgm:bulletEnabled/>
        </dgm:presLayoutVars>
      </dgm:prSet>
      <dgm:spPr>
        <a:prstGeom prst="rect">
          <a:avLst/>
        </a:prstGeom>
      </dgm:spPr>
    </dgm:pt>
    <dgm:pt modelId="{5BE72261-3EB3-4585-8739-2FFBAED12B80}" type="pres">
      <dgm:prSet presAssocID="{140952D0-0E1D-4F48-9F16-53581487CFA0}" presName="bottomLine" presStyleLbl="alignNode1" presStyleIdx="7" presStyleCnt="10">
        <dgm:presLayoutVars/>
      </dgm:prSet>
      <dgm:spPr/>
    </dgm:pt>
    <dgm:pt modelId="{64EF213D-B16C-4AC2-8183-B62F7FC17277}" type="pres">
      <dgm:prSet presAssocID="{140952D0-0E1D-4F48-9F16-53581487CFA0}" presName="nodeText" presStyleLbl="bgAccFollowNode1" presStyleIdx="3" presStyleCnt="5">
        <dgm:presLayoutVars>
          <dgm:bulletEnabled val="1"/>
        </dgm:presLayoutVars>
      </dgm:prSet>
      <dgm:spPr/>
    </dgm:pt>
    <dgm:pt modelId="{5104EC6E-10DA-48BE-A121-0D66CB60A3C3}" type="pres">
      <dgm:prSet presAssocID="{2804F27C-9BA9-4D07-AB02-74BE7DFA2C0E}" presName="sibTrans" presStyleCnt="0"/>
      <dgm:spPr/>
    </dgm:pt>
    <dgm:pt modelId="{A0A34020-1B08-49AD-AD60-D2002D7C7E0A}" type="pres">
      <dgm:prSet presAssocID="{C2F8C7F7-44C4-414A-BCCD-56E91DD0A777}" presName="compositeNode" presStyleCnt="0">
        <dgm:presLayoutVars>
          <dgm:bulletEnabled val="1"/>
        </dgm:presLayoutVars>
      </dgm:prSet>
      <dgm:spPr/>
    </dgm:pt>
    <dgm:pt modelId="{5F8AA2D1-7ADE-4FAB-AB73-E999EB93EDA0}" type="pres">
      <dgm:prSet presAssocID="{C2F8C7F7-44C4-414A-BCCD-56E91DD0A777}" presName="bgRect" presStyleLbl="bgAccFollowNode1" presStyleIdx="4" presStyleCnt="5"/>
      <dgm:spPr/>
    </dgm:pt>
    <dgm:pt modelId="{FEC87D35-FF68-4830-9865-7026502B7734}" type="pres">
      <dgm:prSet presAssocID="{4E39967D-43EF-4F15-814A-2F491D900D43}" presName="sibTransNodeCircle" presStyleLbl="alignNode1" presStyleIdx="8" presStyleCnt="10">
        <dgm:presLayoutVars>
          <dgm:chMax val="0"/>
          <dgm:bulletEnabled/>
        </dgm:presLayoutVars>
      </dgm:prSet>
      <dgm:spPr>
        <a:prstGeom prst="rect">
          <a:avLst/>
        </a:prstGeom>
      </dgm:spPr>
    </dgm:pt>
    <dgm:pt modelId="{F57AF353-CCB4-4030-9EEE-1DC7B4B0CC7D}" type="pres">
      <dgm:prSet presAssocID="{C2F8C7F7-44C4-414A-BCCD-56E91DD0A777}" presName="bottomLine" presStyleLbl="alignNode1" presStyleIdx="9" presStyleCnt="10">
        <dgm:presLayoutVars/>
      </dgm:prSet>
      <dgm:spPr/>
    </dgm:pt>
    <dgm:pt modelId="{9CC4D03B-B44B-4A64-A041-4758701F1C59}" type="pres">
      <dgm:prSet presAssocID="{C2F8C7F7-44C4-414A-BCCD-56E91DD0A777}" presName="nodeText" presStyleLbl="bgAccFollowNode1" presStyleIdx="4" presStyleCnt="5">
        <dgm:presLayoutVars>
          <dgm:bulletEnabled val="1"/>
        </dgm:presLayoutVars>
      </dgm:prSet>
      <dgm:spPr/>
    </dgm:pt>
  </dgm:ptLst>
  <dgm:cxnLst>
    <dgm:cxn modelId="{A4B80D2D-7E35-421F-8BF9-55B39C33B9BE}" type="presOf" srcId="{A8E2FA08-4DD4-4654-A85D-9A99162D6201}" destId="{82EE2C17-F664-4616-8F76-97637F08E124}" srcOrd="0" destOrd="0" presId="urn:microsoft.com/office/officeart/2016/7/layout/BasicLinearProcessNumbered#1"/>
    <dgm:cxn modelId="{C0185933-A2E8-4CA8-BE2D-4651F528D2DE}" type="presOf" srcId="{2EE95FC5-CD6B-4A50-9262-DC414E16C3EA}" destId="{815671D8-22AE-4967-8461-EBC1C9F97F94}" srcOrd="1" destOrd="0" presId="urn:microsoft.com/office/officeart/2016/7/layout/BasicLinearProcessNumbered#1"/>
    <dgm:cxn modelId="{2218E939-6CA8-4442-A4E7-EF92FEA01DDF}" type="presOf" srcId="{140952D0-0E1D-4F48-9F16-53581487CFA0}" destId="{7ACBA089-E576-4FF4-865F-C3BBF7659A23}" srcOrd="0" destOrd="0" presId="urn:microsoft.com/office/officeart/2016/7/layout/BasicLinearProcessNumbered#1"/>
    <dgm:cxn modelId="{23907F3B-DE45-45CF-9707-5E4F6F6973DA}" type="presOf" srcId="{D0F07F19-1F50-4B42-A7A0-278DF9D25BB1}" destId="{C09B749D-9CF7-492C-B341-D9553818451B}" srcOrd="0" destOrd="0" presId="urn:microsoft.com/office/officeart/2016/7/layout/BasicLinearProcessNumbered#1"/>
    <dgm:cxn modelId="{AFE8A667-BFCC-42CE-A7FE-3066C60B154E}" type="presOf" srcId="{F05611F0-8256-4954-B6CB-ED6B4F2DD397}" destId="{5C8F9B26-840A-4F96-8D27-2D7E00511C9A}" srcOrd="0" destOrd="0" presId="urn:microsoft.com/office/officeart/2016/7/layout/BasicLinearProcessNumbered#1"/>
    <dgm:cxn modelId="{6C312549-8F7E-4A80-AB71-9D3156BFBF4C}" type="presOf" srcId="{C2F8C7F7-44C4-414A-BCCD-56E91DD0A777}" destId="{5F8AA2D1-7ADE-4FAB-AB73-E999EB93EDA0}" srcOrd="0" destOrd="0" presId="urn:microsoft.com/office/officeart/2016/7/layout/BasicLinearProcessNumbered#1"/>
    <dgm:cxn modelId="{7043076B-C1A0-4D82-B9C2-7389C21548EF}" type="presOf" srcId="{22625139-F93A-4F3F-A7AA-4923A01AEDF3}" destId="{BBF86657-8EAE-46E6-B25A-D2056AE50973}" srcOrd="1" destOrd="0" presId="urn:microsoft.com/office/officeart/2016/7/layout/BasicLinearProcessNumbered#1"/>
    <dgm:cxn modelId="{40CAD671-AB1B-4EF2-BD4C-E4C43639C27E}" type="presOf" srcId="{2EE95FC5-CD6B-4A50-9262-DC414E16C3EA}" destId="{5947A689-FC4A-4FDF-BDDD-890A8474DEF9}" srcOrd="0" destOrd="0" presId="urn:microsoft.com/office/officeart/2016/7/layout/BasicLinearProcessNumbered#1"/>
    <dgm:cxn modelId="{14D43B81-F92D-4CD8-9D1E-78CBF092C750}" srcId="{D0F07F19-1F50-4B42-A7A0-278DF9D25BB1}" destId="{C2F8C7F7-44C4-414A-BCCD-56E91DD0A777}" srcOrd="4" destOrd="0" parTransId="{E6C6DF88-9436-40D7-BA84-18FE896A6151}" sibTransId="{4E39967D-43EF-4F15-814A-2F491D900D43}"/>
    <dgm:cxn modelId="{9CDE7D88-716E-4C97-9A52-FF7131643C5F}" type="presOf" srcId="{F05611F0-8256-4954-B6CB-ED6B4F2DD397}" destId="{36EB2DDF-B510-4B3C-AF9A-757E14A78E4D}" srcOrd="1" destOrd="0" presId="urn:microsoft.com/office/officeart/2016/7/layout/BasicLinearProcessNumbered#1"/>
    <dgm:cxn modelId="{DD5C168A-90C7-41E2-9576-A79BBC6325CE}" type="presOf" srcId="{C99EBBB1-E916-471C-83C9-ABE85B42AC26}" destId="{94E9EF1A-1D07-4210-9402-6C559E90358A}" srcOrd="0" destOrd="0" presId="urn:microsoft.com/office/officeart/2016/7/layout/BasicLinearProcessNumbered#1"/>
    <dgm:cxn modelId="{CBD31B8E-CB23-4FA8-93FE-5BB4814BBB0B}" type="presOf" srcId="{2804F27C-9BA9-4D07-AB02-74BE7DFA2C0E}" destId="{3CBA3CC0-D70A-4B98-9329-64604EDF25F0}" srcOrd="0" destOrd="0" presId="urn:microsoft.com/office/officeart/2016/7/layout/BasicLinearProcessNumbered#1"/>
    <dgm:cxn modelId="{B3F19EC2-A372-4EC3-BFE0-C62FFDFE3DF6}" srcId="{D0F07F19-1F50-4B42-A7A0-278DF9D25BB1}" destId="{2EE95FC5-CD6B-4A50-9262-DC414E16C3EA}" srcOrd="0" destOrd="0" parTransId="{75374347-884B-4721-8CFF-DF080F5B1C79}" sibTransId="{C99EBBB1-E916-471C-83C9-ABE85B42AC26}"/>
    <dgm:cxn modelId="{40F5D2CB-DECC-41AF-8388-AD6EA6907126}" type="presOf" srcId="{6BD5265A-8333-420D-BDB2-65F10B3EBD76}" destId="{DAC041B6-6570-477A-B4C1-5CB7E0EFE0DC}" srcOrd="0" destOrd="0" presId="urn:microsoft.com/office/officeart/2016/7/layout/BasicLinearProcessNumbered#1"/>
    <dgm:cxn modelId="{914FACD2-336A-4471-9E99-312B3F8EAB04}" srcId="{D0F07F19-1F50-4B42-A7A0-278DF9D25BB1}" destId="{F05611F0-8256-4954-B6CB-ED6B4F2DD397}" srcOrd="1" destOrd="0" parTransId="{CD7328D6-9FAE-4506-9BDB-E06A571EC1D4}" sibTransId="{6BD5265A-8333-420D-BDB2-65F10B3EBD76}"/>
    <dgm:cxn modelId="{40CCC9E3-44E6-462B-900C-44AC8FC352F3}" type="presOf" srcId="{4E39967D-43EF-4F15-814A-2F491D900D43}" destId="{FEC87D35-FF68-4830-9865-7026502B7734}" srcOrd="0" destOrd="0" presId="urn:microsoft.com/office/officeart/2016/7/layout/BasicLinearProcessNumbered#1"/>
    <dgm:cxn modelId="{B07163E8-ADEC-492A-8F07-7E5786AB23AE}" srcId="{D0F07F19-1F50-4B42-A7A0-278DF9D25BB1}" destId="{140952D0-0E1D-4F48-9F16-53581487CFA0}" srcOrd="3" destOrd="0" parTransId="{790C446F-6917-41E7-BE01-7AFE2676D505}" sibTransId="{2804F27C-9BA9-4D07-AB02-74BE7DFA2C0E}"/>
    <dgm:cxn modelId="{D0999FEB-3F13-4B99-8767-7340A2A83933}" type="presOf" srcId="{22625139-F93A-4F3F-A7AA-4923A01AEDF3}" destId="{83253AE2-89B5-4ADC-817A-FEF4E0BC4B49}" srcOrd="0" destOrd="0" presId="urn:microsoft.com/office/officeart/2016/7/layout/BasicLinearProcessNumbered#1"/>
    <dgm:cxn modelId="{E061BDEB-384B-4165-AF47-0D2CE9C70384}" type="presOf" srcId="{C2F8C7F7-44C4-414A-BCCD-56E91DD0A777}" destId="{9CC4D03B-B44B-4A64-A041-4758701F1C59}" srcOrd="1" destOrd="0" presId="urn:microsoft.com/office/officeart/2016/7/layout/BasicLinearProcessNumbered#1"/>
    <dgm:cxn modelId="{FC7721F0-429B-4CE7-BE98-C2F3C41FE9C7}" srcId="{D0F07F19-1F50-4B42-A7A0-278DF9D25BB1}" destId="{22625139-F93A-4F3F-A7AA-4923A01AEDF3}" srcOrd="2" destOrd="0" parTransId="{F549A0EB-6BE9-4749-8336-B02A279AE302}" sibTransId="{A8E2FA08-4DD4-4654-A85D-9A99162D6201}"/>
    <dgm:cxn modelId="{27E5EDFC-7359-48F6-8E3F-270CF15B8D2C}" type="presOf" srcId="{140952D0-0E1D-4F48-9F16-53581487CFA0}" destId="{64EF213D-B16C-4AC2-8183-B62F7FC17277}" srcOrd="1" destOrd="0" presId="urn:microsoft.com/office/officeart/2016/7/layout/BasicLinearProcessNumbered#1"/>
    <dgm:cxn modelId="{B5FABEA6-FE83-4DC3-A3AB-25B621203785}" type="presParOf" srcId="{C09B749D-9CF7-492C-B341-D9553818451B}" destId="{8EEF3829-836D-4E60-A9BC-8F0AD18883EE}" srcOrd="0" destOrd="0" presId="urn:microsoft.com/office/officeart/2016/7/layout/BasicLinearProcessNumbered#1"/>
    <dgm:cxn modelId="{E8C71572-9F0A-4ED2-BA52-A961EB56A76C}" type="presParOf" srcId="{8EEF3829-836D-4E60-A9BC-8F0AD18883EE}" destId="{5947A689-FC4A-4FDF-BDDD-890A8474DEF9}" srcOrd="0" destOrd="0" presId="urn:microsoft.com/office/officeart/2016/7/layout/BasicLinearProcessNumbered#1"/>
    <dgm:cxn modelId="{67C04E6E-4316-4DC8-9615-DBC47E4DDF35}" type="presParOf" srcId="{8EEF3829-836D-4E60-A9BC-8F0AD18883EE}" destId="{94E9EF1A-1D07-4210-9402-6C559E90358A}" srcOrd="1" destOrd="0" presId="urn:microsoft.com/office/officeart/2016/7/layout/BasicLinearProcessNumbered#1"/>
    <dgm:cxn modelId="{003FA2D7-FBDD-45A5-BDB1-BBCD5557649A}" type="presParOf" srcId="{8EEF3829-836D-4E60-A9BC-8F0AD18883EE}" destId="{B9E74D06-8974-46A7-BDE8-CAC0846523DB}" srcOrd="2" destOrd="0" presId="urn:microsoft.com/office/officeart/2016/7/layout/BasicLinearProcessNumbered#1"/>
    <dgm:cxn modelId="{3E9A9986-48DD-4CC7-91FE-1707EBC7E65A}" type="presParOf" srcId="{8EEF3829-836D-4E60-A9BC-8F0AD18883EE}" destId="{815671D8-22AE-4967-8461-EBC1C9F97F94}" srcOrd="3" destOrd="0" presId="urn:microsoft.com/office/officeart/2016/7/layout/BasicLinearProcessNumbered#1"/>
    <dgm:cxn modelId="{2711AD4E-AE27-4FCF-8A6A-77C0EB08E796}" type="presParOf" srcId="{C09B749D-9CF7-492C-B341-D9553818451B}" destId="{4345A606-3100-40DC-847D-F26F8DFFB0A4}" srcOrd="1" destOrd="0" presId="urn:microsoft.com/office/officeart/2016/7/layout/BasicLinearProcessNumbered#1"/>
    <dgm:cxn modelId="{71DE8450-1714-444C-A82B-015776242CCF}" type="presParOf" srcId="{C09B749D-9CF7-492C-B341-D9553818451B}" destId="{9D438F26-CD1B-4D67-AF02-B4D0BD99464E}" srcOrd="2" destOrd="0" presId="urn:microsoft.com/office/officeart/2016/7/layout/BasicLinearProcessNumbered#1"/>
    <dgm:cxn modelId="{5C537732-B693-4D12-B5ED-85D7EFE25956}" type="presParOf" srcId="{9D438F26-CD1B-4D67-AF02-B4D0BD99464E}" destId="{5C8F9B26-840A-4F96-8D27-2D7E00511C9A}" srcOrd="0" destOrd="0" presId="urn:microsoft.com/office/officeart/2016/7/layout/BasicLinearProcessNumbered#1"/>
    <dgm:cxn modelId="{A7EE3BFC-F03A-45E6-B212-83404EE12240}" type="presParOf" srcId="{9D438F26-CD1B-4D67-AF02-B4D0BD99464E}" destId="{DAC041B6-6570-477A-B4C1-5CB7E0EFE0DC}" srcOrd="1" destOrd="0" presId="urn:microsoft.com/office/officeart/2016/7/layout/BasicLinearProcessNumbered#1"/>
    <dgm:cxn modelId="{5F897C40-4F74-425D-8ECE-E06A106892E5}" type="presParOf" srcId="{9D438F26-CD1B-4D67-AF02-B4D0BD99464E}" destId="{F8ADDB2A-2689-4ACF-8222-B372EB5C8D35}" srcOrd="2" destOrd="0" presId="urn:microsoft.com/office/officeart/2016/7/layout/BasicLinearProcessNumbered#1"/>
    <dgm:cxn modelId="{B161A182-985E-47E7-B65C-F6AD87BFA0F7}" type="presParOf" srcId="{9D438F26-CD1B-4D67-AF02-B4D0BD99464E}" destId="{36EB2DDF-B510-4B3C-AF9A-757E14A78E4D}" srcOrd="3" destOrd="0" presId="urn:microsoft.com/office/officeart/2016/7/layout/BasicLinearProcessNumbered#1"/>
    <dgm:cxn modelId="{FDEB4A67-6531-4467-87D6-1AE9F901F051}" type="presParOf" srcId="{C09B749D-9CF7-492C-B341-D9553818451B}" destId="{8BDDBF6E-ECE6-4E6A-B0D3-17197BA824D3}" srcOrd="3" destOrd="0" presId="urn:microsoft.com/office/officeart/2016/7/layout/BasicLinearProcessNumbered#1"/>
    <dgm:cxn modelId="{5792E72B-E132-444A-BAAD-0F2F78F0396C}" type="presParOf" srcId="{C09B749D-9CF7-492C-B341-D9553818451B}" destId="{5419C900-3474-4480-82CB-923AF8027A48}" srcOrd="4" destOrd="0" presId="urn:microsoft.com/office/officeart/2016/7/layout/BasicLinearProcessNumbered#1"/>
    <dgm:cxn modelId="{9985658F-827E-4C3E-901A-BB8B62931A97}" type="presParOf" srcId="{5419C900-3474-4480-82CB-923AF8027A48}" destId="{83253AE2-89B5-4ADC-817A-FEF4E0BC4B49}" srcOrd="0" destOrd="0" presId="urn:microsoft.com/office/officeart/2016/7/layout/BasicLinearProcessNumbered#1"/>
    <dgm:cxn modelId="{48A7D195-BEC4-4325-8BFF-25B8CA13DC53}" type="presParOf" srcId="{5419C900-3474-4480-82CB-923AF8027A48}" destId="{82EE2C17-F664-4616-8F76-97637F08E124}" srcOrd="1" destOrd="0" presId="urn:microsoft.com/office/officeart/2016/7/layout/BasicLinearProcessNumbered#1"/>
    <dgm:cxn modelId="{DFA21DE9-D23E-4AEC-984F-38954304B882}" type="presParOf" srcId="{5419C900-3474-4480-82CB-923AF8027A48}" destId="{96383FDE-483E-4E6D-B151-4FC41C065094}" srcOrd="2" destOrd="0" presId="urn:microsoft.com/office/officeart/2016/7/layout/BasicLinearProcessNumbered#1"/>
    <dgm:cxn modelId="{110189D1-9E6B-4E0C-8667-C0A3012E8A84}" type="presParOf" srcId="{5419C900-3474-4480-82CB-923AF8027A48}" destId="{BBF86657-8EAE-46E6-B25A-D2056AE50973}" srcOrd="3" destOrd="0" presId="urn:microsoft.com/office/officeart/2016/7/layout/BasicLinearProcessNumbered#1"/>
    <dgm:cxn modelId="{6F4652E6-670E-47E1-8BB6-F10FC0002FE5}" type="presParOf" srcId="{C09B749D-9CF7-492C-B341-D9553818451B}" destId="{8DC76FCE-F8A0-43BB-94B0-26867DA9F629}" srcOrd="5" destOrd="0" presId="urn:microsoft.com/office/officeart/2016/7/layout/BasicLinearProcessNumbered#1"/>
    <dgm:cxn modelId="{952C4F1E-455C-44B2-8633-E11FFDA1CF16}" type="presParOf" srcId="{C09B749D-9CF7-492C-B341-D9553818451B}" destId="{46746BF8-8C13-403D-B74A-6BA79A7FA811}" srcOrd="6" destOrd="0" presId="urn:microsoft.com/office/officeart/2016/7/layout/BasicLinearProcessNumbered#1"/>
    <dgm:cxn modelId="{199291F3-CB47-4BB7-8551-CC7D94A62A3D}" type="presParOf" srcId="{46746BF8-8C13-403D-B74A-6BA79A7FA811}" destId="{7ACBA089-E576-4FF4-865F-C3BBF7659A23}" srcOrd="0" destOrd="0" presId="urn:microsoft.com/office/officeart/2016/7/layout/BasicLinearProcessNumbered#1"/>
    <dgm:cxn modelId="{14456339-3232-4F27-8745-6AE7ED279122}" type="presParOf" srcId="{46746BF8-8C13-403D-B74A-6BA79A7FA811}" destId="{3CBA3CC0-D70A-4B98-9329-64604EDF25F0}" srcOrd="1" destOrd="0" presId="urn:microsoft.com/office/officeart/2016/7/layout/BasicLinearProcessNumbered#1"/>
    <dgm:cxn modelId="{A8938D10-3458-4190-A261-C341522970A2}" type="presParOf" srcId="{46746BF8-8C13-403D-B74A-6BA79A7FA811}" destId="{5BE72261-3EB3-4585-8739-2FFBAED12B80}" srcOrd="2" destOrd="0" presId="urn:microsoft.com/office/officeart/2016/7/layout/BasicLinearProcessNumbered#1"/>
    <dgm:cxn modelId="{C1F113A0-9F7B-4396-8E1F-EC384DF862FF}" type="presParOf" srcId="{46746BF8-8C13-403D-B74A-6BA79A7FA811}" destId="{64EF213D-B16C-4AC2-8183-B62F7FC17277}" srcOrd="3" destOrd="0" presId="urn:microsoft.com/office/officeart/2016/7/layout/BasicLinearProcessNumbered#1"/>
    <dgm:cxn modelId="{4131D598-AA25-4B7C-AFA7-9029885EA773}" type="presParOf" srcId="{C09B749D-9CF7-492C-B341-D9553818451B}" destId="{5104EC6E-10DA-48BE-A121-0D66CB60A3C3}" srcOrd="7" destOrd="0" presId="urn:microsoft.com/office/officeart/2016/7/layout/BasicLinearProcessNumbered#1"/>
    <dgm:cxn modelId="{BE67DCDF-2356-4D88-99B3-83434EDCF878}" type="presParOf" srcId="{C09B749D-9CF7-492C-B341-D9553818451B}" destId="{A0A34020-1B08-49AD-AD60-D2002D7C7E0A}" srcOrd="8" destOrd="0" presId="urn:microsoft.com/office/officeart/2016/7/layout/BasicLinearProcessNumbered#1"/>
    <dgm:cxn modelId="{7647E02E-AFDE-4458-BBF1-C11FE2DBD1C6}" type="presParOf" srcId="{A0A34020-1B08-49AD-AD60-D2002D7C7E0A}" destId="{5F8AA2D1-7ADE-4FAB-AB73-E999EB93EDA0}" srcOrd="0" destOrd="0" presId="urn:microsoft.com/office/officeart/2016/7/layout/BasicLinearProcessNumbered#1"/>
    <dgm:cxn modelId="{948C3455-F5CB-4096-AEED-6BBC191AA5B8}" type="presParOf" srcId="{A0A34020-1B08-49AD-AD60-D2002D7C7E0A}" destId="{FEC87D35-FF68-4830-9865-7026502B7734}" srcOrd="1" destOrd="0" presId="urn:microsoft.com/office/officeart/2016/7/layout/BasicLinearProcessNumbered#1"/>
    <dgm:cxn modelId="{012855BB-F5B9-4D56-90E8-9EFFB3D195DD}" type="presParOf" srcId="{A0A34020-1B08-49AD-AD60-D2002D7C7E0A}" destId="{F57AF353-CCB4-4030-9EEE-1DC7B4B0CC7D}" srcOrd="2" destOrd="0" presId="urn:microsoft.com/office/officeart/2016/7/layout/BasicLinearProcessNumbered#1"/>
    <dgm:cxn modelId="{4E5AA3F4-3105-458B-AFF9-4DE384A7EEAB}" type="presParOf" srcId="{A0A34020-1B08-49AD-AD60-D2002D7C7E0A}" destId="{9CC4D03B-B44B-4A64-A041-4758701F1C59}" srcOrd="3" destOrd="0" presId="urn:microsoft.com/office/officeart/2016/7/layout/BasicLinearProcessNumbere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47A689-FC4A-4FDF-BDDD-890A8474DEF9}">
      <dsp:nvSpPr>
        <dsp:cNvPr id="0" name=""/>
        <dsp:cNvSpPr/>
      </dsp:nvSpPr>
      <dsp:spPr>
        <a:xfrm>
          <a:off x="3858" y="518312"/>
          <a:ext cx="2088986" cy="2924580"/>
        </a:xfrm>
        <a:prstGeom prst="rect">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8000" tIns="330200" rIns="162866" bIns="330200" numCol="1" spcCol="1270" rtlCol="0" anchor="t" anchorCtr="0">
          <a:noAutofit/>
        </a:bodyPr>
        <a:lstStyle/>
        <a:p>
          <a:pPr marL="0" lvl="0" indent="0" algn="l" defTabSz="889000" rtl="0">
            <a:lnSpc>
              <a:spcPct val="90000"/>
            </a:lnSpc>
            <a:spcBef>
              <a:spcPct val="0"/>
            </a:spcBef>
            <a:spcAft>
              <a:spcPct val="35000"/>
            </a:spcAft>
            <a:buNone/>
          </a:pPr>
          <a:r>
            <a:rPr lang="fr-FR" sz="2000" kern="1200" noProof="0" dirty="0">
              <a:solidFill>
                <a:schemeClr val="accent1">
                  <a:lumMod val="75000"/>
                </a:schemeClr>
              </a:solidFill>
            </a:rPr>
            <a:t>PHP, HTML, basics</a:t>
          </a:r>
        </a:p>
        <a:p>
          <a:pPr marL="0" lvl="0" indent="0" algn="l" defTabSz="889000" rtl="0">
            <a:lnSpc>
              <a:spcPct val="90000"/>
            </a:lnSpc>
            <a:spcBef>
              <a:spcPct val="0"/>
            </a:spcBef>
            <a:spcAft>
              <a:spcPct val="35000"/>
            </a:spcAft>
            <a:buNone/>
          </a:pPr>
          <a:r>
            <a:rPr lang="fr-FR" sz="1600" kern="1200" noProof="0" dirty="0"/>
            <a:t>Td : Exercices codages</a:t>
          </a:r>
        </a:p>
      </dsp:txBody>
      <dsp:txXfrm>
        <a:off x="3858" y="1629652"/>
        <a:ext cx="2088986" cy="1754748"/>
      </dsp:txXfrm>
    </dsp:sp>
    <dsp:sp modelId="{94E9EF1A-1D07-4210-9402-6C559E90358A}">
      <dsp:nvSpPr>
        <dsp:cNvPr id="0" name=""/>
        <dsp:cNvSpPr/>
      </dsp:nvSpPr>
      <dsp:spPr>
        <a:xfrm>
          <a:off x="609664" y="810770"/>
          <a:ext cx="877374" cy="877374"/>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404" tIns="12700" rIns="68404" bIns="12700" numCol="1" spcCol="1270" rtlCol="0" anchor="ctr" anchorCtr="0">
          <a:noAutofit/>
        </a:bodyPr>
        <a:lstStyle/>
        <a:p>
          <a:pPr marL="0" lvl="0" indent="0" algn="ctr" defTabSz="2133600" rtl="0">
            <a:lnSpc>
              <a:spcPct val="90000"/>
            </a:lnSpc>
            <a:spcBef>
              <a:spcPct val="0"/>
            </a:spcBef>
            <a:spcAft>
              <a:spcPct val="35000"/>
            </a:spcAft>
            <a:buNone/>
          </a:pPr>
          <a:r>
            <a:rPr lang="fr-FR" sz="4800" kern="1200" noProof="0"/>
            <a:t>1</a:t>
          </a:r>
          <a:endParaRPr lang="fr-FR" sz="4800" kern="1200" noProof="0" dirty="0"/>
        </a:p>
      </dsp:txBody>
      <dsp:txXfrm>
        <a:off x="609664" y="810770"/>
        <a:ext cx="877374" cy="877374"/>
      </dsp:txXfrm>
    </dsp:sp>
    <dsp:sp modelId="{B9E74D06-8974-46A7-BDE8-CAC0846523DB}">
      <dsp:nvSpPr>
        <dsp:cNvPr id="0" name=""/>
        <dsp:cNvSpPr/>
      </dsp:nvSpPr>
      <dsp:spPr>
        <a:xfrm>
          <a:off x="3858" y="3442820"/>
          <a:ext cx="2088986" cy="72"/>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8F9B26-840A-4F96-8D27-2D7E00511C9A}">
      <dsp:nvSpPr>
        <dsp:cNvPr id="0" name=""/>
        <dsp:cNvSpPr/>
      </dsp:nvSpPr>
      <dsp:spPr>
        <a:xfrm>
          <a:off x="2301743" y="518312"/>
          <a:ext cx="2088986" cy="2924580"/>
        </a:xfrm>
        <a:prstGeom prst="rect">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8000" tIns="330200" rIns="162866" bIns="330200" numCol="1" spcCol="1270" rtlCol="0" anchor="t" anchorCtr="0">
          <a:noAutofit/>
        </a:bodyPr>
        <a:lstStyle/>
        <a:p>
          <a:pPr marL="0" lvl="0" indent="0" algn="l" defTabSz="889000" rtl="0">
            <a:lnSpc>
              <a:spcPct val="90000"/>
            </a:lnSpc>
            <a:spcBef>
              <a:spcPct val="0"/>
            </a:spcBef>
            <a:spcAft>
              <a:spcPct val="35000"/>
            </a:spcAft>
            <a:buNone/>
          </a:pPr>
          <a:r>
            <a:rPr lang="fr-FR" sz="2000" kern="1200" noProof="0" dirty="0">
              <a:solidFill>
                <a:schemeClr val="accent1">
                  <a:lumMod val="75000"/>
                </a:schemeClr>
              </a:solidFill>
            </a:rPr>
            <a:t>MYSQL basics, CSS, Qualimétrie</a:t>
          </a:r>
        </a:p>
        <a:p>
          <a:pPr marL="0" lvl="0" indent="0" algn="l" defTabSz="889000" rtl="0">
            <a:lnSpc>
              <a:spcPct val="90000"/>
            </a:lnSpc>
            <a:spcBef>
              <a:spcPct val="0"/>
            </a:spcBef>
            <a:spcAft>
              <a:spcPct val="35000"/>
            </a:spcAft>
            <a:buNone/>
          </a:pPr>
          <a:r>
            <a:rPr lang="fr-FR" sz="1600" kern="1200" noProof="0" dirty="0"/>
            <a:t>Td : raccourcisseur d’url</a:t>
          </a:r>
          <a:endParaRPr lang="fr-FR" sz="1600" kern="1200" noProof="0" dirty="0">
            <a:solidFill>
              <a:schemeClr val="accent1">
                <a:lumMod val="75000"/>
              </a:schemeClr>
            </a:solidFill>
          </a:endParaRPr>
        </a:p>
      </dsp:txBody>
      <dsp:txXfrm>
        <a:off x="2301743" y="1629652"/>
        <a:ext cx="2088986" cy="1754748"/>
      </dsp:txXfrm>
    </dsp:sp>
    <dsp:sp modelId="{DAC041B6-6570-477A-B4C1-5CB7E0EFE0DC}">
      <dsp:nvSpPr>
        <dsp:cNvPr id="0" name=""/>
        <dsp:cNvSpPr/>
      </dsp:nvSpPr>
      <dsp:spPr>
        <a:xfrm>
          <a:off x="2907549" y="810770"/>
          <a:ext cx="877374" cy="877374"/>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404" tIns="12700" rIns="68404" bIns="12700" numCol="1" spcCol="1270" rtlCol="0" anchor="ctr" anchorCtr="0">
          <a:noAutofit/>
        </a:bodyPr>
        <a:lstStyle/>
        <a:p>
          <a:pPr marL="0" lvl="0" indent="0" algn="ctr" defTabSz="2133600" rtl="0">
            <a:lnSpc>
              <a:spcPct val="90000"/>
            </a:lnSpc>
            <a:spcBef>
              <a:spcPct val="0"/>
            </a:spcBef>
            <a:spcAft>
              <a:spcPct val="35000"/>
            </a:spcAft>
            <a:buNone/>
          </a:pPr>
          <a:r>
            <a:rPr lang="fr-FR" sz="4800" kern="1200" noProof="0"/>
            <a:t>2</a:t>
          </a:r>
          <a:endParaRPr lang="fr-FR" sz="4800" kern="1200" noProof="0" dirty="0"/>
        </a:p>
      </dsp:txBody>
      <dsp:txXfrm>
        <a:off x="2907549" y="810770"/>
        <a:ext cx="877374" cy="877374"/>
      </dsp:txXfrm>
    </dsp:sp>
    <dsp:sp modelId="{F8ADDB2A-2689-4ACF-8222-B372EB5C8D35}">
      <dsp:nvSpPr>
        <dsp:cNvPr id="0" name=""/>
        <dsp:cNvSpPr/>
      </dsp:nvSpPr>
      <dsp:spPr>
        <a:xfrm>
          <a:off x="2301743" y="3442820"/>
          <a:ext cx="2088986" cy="72"/>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253AE2-89B5-4ADC-817A-FEF4E0BC4B49}">
      <dsp:nvSpPr>
        <dsp:cNvPr id="0" name=""/>
        <dsp:cNvSpPr/>
      </dsp:nvSpPr>
      <dsp:spPr>
        <a:xfrm>
          <a:off x="4599628" y="518312"/>
          <a:ext cx="2088986" cy="2924580"/>
        </a:xfrm>
        <a:prstGeom prst="rect">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8000" tIns="330200" rIns="162866" bIns="330200" numCol="1" spcCol="1270" rtlCol="0" anchor="t" anchorCtr="0">
          <a:noAutofit/>
        </a:bodyPr>
        <a:lstStyle/>
        <a:p>
          <a:pPr marL="0" lvl="0" indent="0" algn="l" defTabSz="889000" rtl="0">
            <a:lnSpc>
              <a:spcPct val="90000"/>
            </a:lnSpc>
            <a:spcBef>
              <a:spcPct val="0"/>
            </a:spcBef>
            <a:spcAft>
              <a:spcPct val="35000"/>
            </a:spcAft>
            <a:buNone/>
          </a:pPr>
          <a:r>
            <a:rPr lang="fr-FR" sz="2000" kern="1200" noProof="0" dirty="0">
              <a:solidFill>
                <a:schemeClr val="accent1">
                  <a:lumMod val="75000"/>
                </a:schemeClr>
              </a:solidFill>
            </a:rPr>
            <a:t>API </a:t>
          </a:r>
          <a:r>
            <a:rPr lang="fr-FR" sz="2000" kern="1200" noProof="0" dirty="0" err="1">
              <a:solidFill>
                <a:schemeClr val="accent1">
                  <a:lumMod val="75000"/>
                </a:schemeClr>
              </a:solidFill>
            </a:rPr>
            <a:t>Rest</a:t>
          </a:r>
          <a:r>
            <a:rPr lang="fr-FR" sz="2000" kern="1200" noProof="0" dirty="0">
              <a:solidFill>
                <a:schemeClr val="accent1">
                  <a:lumMod val="75000"/>
                </a:schemeClr>
              </a:solidFill>
            </a:rPr>
            <a:t>, </a:t>
          </a:r>
          <a:r>
            <a:rPr lang="fr-FR" sz="2000" kern="1200" noProof="0" dirty="0" err="1">
              <a:solidFill>
                <a:schemeClr val="accent1">
                  <a:lumMod val="75000"/>
                </a:schemeClr>
              </a:solidFill>
            </a:rPr>
            <a:t>Php</a:t>
          </a:r>
          <a:r>
            <a:rPr lang="fr-FR" sz="2000" kern="1200" noProof="0" dirty="0">
              <a:solidFill>
                <a:schemeClr val="accent1">
                  <a:lumMod val="75000"/>
                </a:schemeClr>
              </a:solidFill>
            </a:rPr>
            <a:t> Unit.</a:t>
          </a:r>
        </a:p>
        <a:p>
          <a:pPr marL="0" lvl="0" indent="0" algn="l" defTabSz="889000" rtl="0">
            <a:lnSpc>
              <a:spcPct val="90000"/>
            </a:lnSpc>
            <a:spcBef>
              <a:spcPct val="0"/>
            </a:spcBef>
            <a:spcAft>
              <a:spcPct val="35000"/>
            </a:spcAft>
            <a:buNone/>
          </a:pPr>
          <a:r>
            <a:rPr lang="fr-FR" sz="1200" kern="1200" noProof="0" dirty="0"/>
            <a:t>Td : Ecriture d’un </a:t>
          </a:r>
          <a:r>
            <a:rPr lang="fr-FR" sz="1200" kern="1200" noProof="0" dirty="0" err="1"/>
            <a:t>framework</a:t>
          </a:r>
          <a:r>
            <a:rPr lang="fr-FR" sz="1200" kern="1200" noProof="0" dirty="0"/>
            <a:t> CRUD</a:t>
          </a:r>
        </a:p>
        <a:p>
          <a:pPr marL="0" lvl="0" indent="0" algn="l" defTabSz="889000" rtl="0">
            <a:lnSpc>
              <a:spcPct val="90000"/>
            </a:lnSpc>
            <a:spcBef>
              <a:spcPct val="0"/>
            </a:spcBef>
            <a:spcAft>
              <a:spcPct val="35000"/>
            </a:spcAft>
            <a:buNone/>
          </a:pPr>
          <a:r>
            <a:rPr lang="fr-FR" sz="1200" kern="1200" noProof="0" dirty="0"/>
            <a:t>permettant de s’inscrire à événement. </a:t>
          </a:r>
        </a:p>
      </dsp:txBody>
      <dsp:txXfrm>
        <a:off x="4599628" y="1629652"/>
        <a:ext cx="2088986" cy="1754748"/>
      </dsp:txXfrm>
    </dsp:sp>
    <dsp:sp modelId="{82EE2C17-F664-4616-8F76-97637F08E124}">
      <dsp:nvSpPr>
        <dsp:cNvPr id="0" name=""/>
        <dsp:cNvSpPr/>
      </dsp:nvSpPr>
      <dsp:spPr>
        <a:xfrm>
          <a:off x="5205434" y="810770"/>
          <a:ext cx="877374" cy="877374"/>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404" tIns="12700" rIns="68404" bIns="12700" numCol="1" spcCol="1270" rtlCol="0" anchor="ctr" anchorCtr="0">
          <a:noAutofit/>
        </a:bodyPr>
        <a:lstStyle/>
        <a:p>
          <a:pPr marL="0" lvl="0" indent="0" algn="ctr" defTabSz="2133600" rtl="0">
            <a:lnSpc>
              <a:spcPct val="90000"/>
            </a:lnSpc>
            <a:spcBef>
              <a:spcPct val="0"/>
            </a:spcBef>
            <a:spcAft>
              <a:spcPct val="35000"/>
            </a:spcAft>
            <a:buNone/>
          </a:pPr>
          <a:r>
            <a:rPr lang="fr-FR" sz="4800" kern="1200" noProof="0"/>
            <a:t>3</a:t>
          </a:r>
          <a:endParaRPr lang="fr-FR" sz="4800" kern="1200" noProof="0" dirty="0"/>
        </a:p>
      </dsp:txBody>
      <dsp:txXfrm>
        <a:off x="5205434" y="810770"/>
        <a:ext cx="877374" cy="877374"/>
      </dsp:txXfrm>
    </dsp:sp>
    <dsp:sp modelId="{96383FDE-483E-4E6D-B151-4FC41C065094}">
      <dsp:nvSpPr>
        <dsp:cNvPr id="0" name=""/>
        <dsp:cNvSpPr/>
      </dsp:nvSpPr>
      <dsp:spPr>
        <a:xfrm>
          <a:off x="4599628" y="3442820"/>
          <a:ext cx="2088986" cy="72"/>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CBA089-E576-4FF4-865F-C3BBF7659A23}">
      <dsp:nvSpPr>
        <dsp:cNvPr id="0" name=""/>
        <dsp:cNvSpPr/>
      </dsp:nvSpPr>
      <dsp:spPr>
        <a:xfrm>
          <a:off x="6897513" y="518312"/>
          <a:ext cx="2088986" cy="2924580"/>
        </a:xfrm>
        <a:prstGeom prst="rect">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8000" tIns="330200" rIns="162866" bIns="330200" numCol="1" spcCol="1270" rtlCol="0" anchor="t" anchorCtr="0">
          <a:noAutofit/>
        </a:bodyPr>
        <a:lstStyle/>
        <a:p>
          <a:pPr marL="0" lvl="0" indent="0" algn="l" defTabSz="889000" rtl="0">
            <a:lnSpc>
              <a:spcPct val="90000"/>
            </a:lnSpc>
            <a:spcBef>
              <a:spcPct val="0"/>
            </a:spcBef>
            <a:spcAft>
              <a:spcPct val="35000"/>
            </a:spcAft>
            <a:buNone/>
          </a:pPr>
          <a:r>
            <a:rPr lang="fr-FR" sz="2000" kern="1200" noProof="0" dirty="0">
              <a:solidFill>
                <a:schemeClr val="accent1">
                  <a:lumMod val="75000"/>
                </a:schemeClr>
              </a:solidFill>
            </a:rPr>
            <a:t>Green IT, Framework Symfony basics.</a:t>
          </a:r>
        </a:p>
        <a:p>
          <a:pPr marL="0" lvl="0" indent="0" algn="l" defTabSz="889000" rtl="0">
            <a:lnSpc>
              <a:spcPct val="90000"/>
            </a:lnSpc>
            <a:spcBef>
              <a:spcPct val="0"/>
            </a:spcBef>
            <a:spcAft>
              <a:spcPct val="35000"/>
            </a:spcAft>
            <a:buNone/>
          </a:pPr>
          <a:r>
            <a:rPr lang="fr-FR" sz="1500" kern="1200" noProof="0" dirty="0"/>
            <a:t>Td : création page simple</a:t>
          </a:r>
        </a:p>
      </dsp:txBody>
      <dsp:txXfrm>
        <a:off x="6897513" y="1629652"/>
        <a:ext cx="2088986" cy="1754748"/>
      </dsp:txXfrm>
    </dsp:sp>
    <dsp:sp modelId="{3CBA3CC0-D70A-4B98-9329-64604EDF25F0}">
      <dsp:nvSpPr>
        <dsp:cNvPr id="0" name=""/>
        <dsp:cNvSpPr/>
      </dsp:nvSpPr>
      <dsp:spPr>
        <a:xfrm>
          <a:off x="7503319" y="810770"/>
          <a:ext cx="877374" cy="877374"/>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404" tIns="12700" rIns="68404" bIns="12700" numCol="1" spcCol="1270" rtlCol="0" anchor="ctr" anchorCtr="0">
          <a:noAutofit/>
        </a:bodyPr>
        <a:lstStyle/>
        <a:p>
          <a:pPr marL="0" lvl="0" indent="0" algn="ctr" defTabSz="2133600" rtl="0">
            <a:lnSpc>
              <a:spcPct val="90000"/>
            </a:lnSpc>
            <a:spcBef>
              <a:spcPct val="0"/>
            </a:spcBef>
            <a:spcAft>
              <a:spcPct val="35000"/>
            </a:spcAft>
            <a:buNone/>
          </a:pPr>
          <a:r>
            <a:rPr lang="fr-FR" sz="4800" kern="1200" noProof="0"/>
            <a:t>4</a:t>
          </a:r>
          <a:endParaRPr lang="fr-FR" sz="4800" kern="1200" noProof="0" dirty="0"/>
        </a:p>
      </dsp:txBody>
      <dsp:txXfrm>
        <a:off x="7503319" y="810770"/>
        <a:ext cx="877374" cy="877374"/>
      </dsp:txXfrm>
    </dsp:sp>
    <dsp:sp modelId="{5BE72261-3EB3-4585-8739-2FFBAED12B80}">
      <dsp:nvSpPr>
        <dsp:cNvPr id="0" name=""/>
        <dsp:cNvSpPr/>
      </dsp:nvSpPr>
      <dsp:spPr>
        <a:xfrm>
          <a:off x="6897513" y="3442820"/>
          <a:ext cx="2088986" cy="72"/>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8AA2D1-7ADE-4FAB-AB73-E999EB93EDA0}">
      <dsp:nvSpPr>
        <dsp:cNvPr id="0" name=""/>
        <dsp:cNvSpPr/>
      </dsp:nvSpPr>
      <dsp:spPr>
        <a:xfrm>
          <a:off x="9195398" y="518312"/>
          <a:ext cx="2088986" cy="2924580"/>
        </a:xfrm>
        <a:prstGeom prst="rect">
          <a:avLst/>
        </a:prstGeom>
        <a:solidFill>
          <a:schemeClr val="accent1">
            <a:alpha val="90000"/>
            <a:tint val="40000"/>
            <a:hueOff val="0"/>
            <a:satOff val="0"/>
            <a:lumOff val="0"/>
            <a:alphaOff val="0"/>
          </a:schemeClr>
        </a:solidFill>
        <a:ln w="2222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8000" tIns="330200" rIns="162866" bIns="330200" numCol="1" spcCol="1270" rtlCol="0" anchor="t" anchorCtr="0">
          <a:noAutofit/>
        </a:bodyPr>
        <a:lstStyle/>
        <a:p>
          <a:pPr marL="0" lvl="0" indent="0" algn="l" defTabSz="889000" rtl="0">
            <a:lnSpc>
              <a:spcPct val="90000"/>
            </a:lnSpc>
            <a:spcBef>
              <a:spcPct val="0"/>
            </a:spcBef>
            <a:spcAft>
              <a:spcPct val="35000"/>
            </a:spcAft>
            <a:buNone/>
          </a:pPr>
          <a:r>
            <a:rPr lang="fr-FR" sz="2000" kern="1200" noProof="0" dirty="0" err="1">
              <a:solidFill>
                <a:schemeClr val="accent1">
                  <a:lumMod val="75000"/>
                </a:schemeClr>
              </a:solidFill>
            </a:rPr>
            <a:t>CyberSecurity</a:t>
          </a:r>
          <a:r>
            <a:rPr lang="fr-FR" sz="2000" kern="1200" noProof="0" dirty="0">
              <a:solidFill>
                <a:schemeClr val="accent1">
                  <a:lumMod val="75000"/>
                </a:schemeClr>
              </a:solidFill>
            </a:rPr>
            <a:t> Framework Symfony.</a:t>
          </a:r>
        </a:p>
        <a:p>
          <a:pPr marL="0" lvl="0" indent="0" algn="l" defTabSz="889000" rtl="0">
            <a:lnSpc>
              <a:spcPct val="90000"/>
            </a:lnSpc>
            <a:spcBef>
              <a:spcPct val="0"/>
            </a:spcBef>
            <a:spcAft>
              <a:spcPct val="35000"/>
            </a:spcAft>
            <a:buNone/>
          </a:pPr>
          <a:r>
            <a:rPr lang="fr-FR" sz="1600" b="0" kern="1200" noProof="0" dirty="0"/>
            <a:t>Td : </a:t>
          </a:r>
          <a:r>
            <a:rPr lang="fr-FR" sz="1600" b="0" i="0" kern="1200" dirty="0"/>
            <a:t>Application de Gestion de Colocations</a:t>
          </a:r>
          <a:endParaRPr lang="fr-FR" sz="1600" b="0" kern="1200" noProof="0" dirty="0">
            <a:solidFill>
              <a:schemeClr val="accent1">
                <a:lumMod val="75000"/>
              </a:schemeClr>
            </a:solidFill>
          </a:endParaRPr>
        </a:p>
      </dsp:txBody>
      <dsp:txXfrm>
        <a:off x="9195398" y="1629652"/>
        <a:ext cx="2088986" cy="1754748"/>
      </dsp:txXfrm>
    </dsp:sp>
    <dsp:sp modelId="{FEC87D35-FF68-4830-9865-7026502B7734}">
      <dsp:nvSpPr>
        <dsp:cNvPr id="0" name=""/>
        <dsp:cNvSpPr/>
      </dsp:nvSpPr>
      <dsp:spPr>
        <a:xfrm>
          <a:off x="9801204" y="810770"/>
          <a:ext cx="877374" cy="877374"/>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404" tIns="12700" rIns="68404" bIns="12700" numCol="1" spcCol="1270" rtlCol="0" anchor="ctr" anchorCtr="0">
          <a:noAutofit/>
        </a:bodyPr>
        <a:lstStyle/>
        <a:p>
          <a:pPr marL="0" lvl="0" indent="0" algn="ctr" defTabSz="2133600" rtl="0">
            <a:lnSpc>
              <a:spcPct val="90000"/>
            </a:lnSpc>
            <a:spcBef>
              <a:spcPct val="0"/>
            </a:spcBef>
            <a:spcAft>
              <a:spcPct val="35000"/>
            </a:spcAft>
            <a:buNone/>
          </a:pPr>
          <a:r>
            <a:rPr lang="fr-FR" sz="4800" kern="1200" noProof="0"/>
            <a:t>5</a:t>
          </a:r>
          <a:endParaRPr lang="fr-FR" sz="4800" kern="1200" noProof="0" dirty="0"/>
        </a:p>
      </dsp:txBody>
      <dsp:txXfrm>
        <a:off x="9801204" y="810770"/>
        <a:ext cx="877374" cy="877374"/>
      </dsp:txXfrm>
    </dsp:sp>
    <dsp:sp modelId="{F57AF353-CCB4-4030-9EEE-1DC7B4B0CC7D}">
      <dsp:nvSpPr>
        <dsp:cNvPr id="0" name=""/>
        <dsp:cNvSpPr/>
      </dsp:nvSpPr>
      <dsp:spPr>
        <a:xfrm>
          <a:off x="9195398" y="3442820"/>
          <a:ext cx="2088986" cy="72"/>
        </a:xfrm>
        <a:prstGeom prst="rect">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1">
  <dgm:title val="Processus linéaire de base numéroté"/>
  <dgm:desc val="Permet de représenter une progression ; une chronologie ; des étapes séquentielles d’une tâche, d’un processus ou d’un flux de travail ; permet également de mettre en évidence un mouvement ou une direction. Des numéros automatiques ont été introduits pour montrer les étapes du processus qui apparaît dans un cercle. Les textes de niveau 1 et de niveau 2 apparaissent dans un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151EFB99-1B56-4C3B-A920-C9F63568B3B5}">
          <dgm:prSet phldrT="1"/>
          <dgm:t>
            <a:bodyPr rtlCol="0"/>
            <a:lstStyle/>
            <a:p>
              <a:pPr rtl="0"/>
              <a:r>
                <a:t>1</a:t>
              </a:r>
            </a:p>
          </dgm:t>
        </dgm:pt>
        <dgm:pt modelId="201" type="sibTrans" cxnId="{86ABC99C-FE52-4C54-9A6D-3953E335B0E7}">
          <dgm:prSet phldrT="2"/>
          <dgm:t>
            <a:bodyPr rtlCol="0"/>
            <a:lstStyle/>
            <a:p>
              <a:pPr rtl="0"/>
              <a:r>
                <a:t>2</a:t>
              </a:r>
            </a:p>
          </dgm:t>
        </dgm:pt>
        <dgm:pt modelId="301" type="sibTrans" cxnId="{1BCC6BCE-EC6C-445D-BA79-A177C90174D5}">
          <dgm:prSet phldrT="3"/>
          <dgm:t>
            <a:bodyPr rtlCol="0"/>
            <a:lstStyle/>
            <a:p>
              <a:pPr rtl="0"/>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E26D37A0-F398-4276-AAF6-E62AA90BC9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id="{7D96B402-FD6E-4995-8160-C6DD76DAAC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1E7AF26-C5F5-4F83-9BCC-79FC7D6C84FB}" type="datetime1">
              <a:rPr lang="fr-FR" smtClean="0"/>
              <a:t>02/04/2026</a:t>
            </a:fld>
            <a:endParaRPr lang="fr-FR"/>
          </a:p>
        </p:txBody>
      </p:sp>
      <p:sp>
        <p:nvSpPr>
          <p:cNvPr id="4" name="Espace réservé du pied de page 3">
            <a:extLst>
              <a:ext uri="{FF2B5EF4-FFF2-40B4-BE49-F238E27FC236}">
                <a16:creationId xmlns:a16="http://schemas.microsoft.com/office/drawing/2014/main" id="{67BA7967-B488-405D-84A2-64F6D9128F3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id="{6A65115A-3EB4-4B47-8F4B-4F42519BF90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D0885D5-D443-4228-8B2C-B9DF9A30D578}" type="slidenum">
              <a:rPr lang="fr-FR" smtClean="0"/>
              <a:t>‹N°›</a:t>
            </a:fld>
            <a:endParaRPr lang="fr-FR"/>
          </a:p>
        </p:txBody>
      </p:sp>
    </p:spTree>
    <p:extLst>
      <p:ext uri="{BB962C8B-B14F-4D97-AF65-F5344CB8AC3E}">
        <p14:creationId xmlns:p14="http://schemas.microsoft.com/office/powerpoint/2010/main" val="414789139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1A845AF-11F2-4347-97C4-4CF5A0EEB147}" type="datetime1">
              <a:rPr lang="fr-FR" noProof="0" smtClean="0"/>
              <a:t>02/04/2026</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9D2F9AB-3C90-481E-8C34-4F549BF455D7}" type="slidenum">
              <a:rPr lang="fr-FR" noProof="0" smtClean="0"/>
              <a:t>‹N°›</a:t>
            </a:fld>
            <a:endParaRPr lang="fr-FR" noProof="0"/>
          </a:p>
        </p:txBody>
      </p:sp>
    </p:spTree>
    <p:extLst>
      <p:ext uri="{BB962C8B-B14F-4D97-AF65-F5344CB8AC3E}">
        <p14:creationId xmlns:p14="http://schemas.microsoft.com/office/powerpoint/2010/main" val="38917179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69D2F9AB-3C90-481E-8C34-4F549BF455D7}" type="slidenum">
              <a:rPr lang="fr-FR" smtClean="0"/>
              <a:t>1</a:t>
            </a:fld>
            <a:endParaRPr lang="fr-FR"/>
          </a:p>
        </p:txBody>
      </p:sp>
    </p:spTree>
    <p:extLst>
      <p:ext uri="{BB962C8B-B14F-4D97-AF65-F5344CB8AC3E}">
        <p14:creationId xmlns:p14="http://schemas.microsoft.com/office/powerpoint/2010/main" val="616912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69D2F9AB-3C90-481E-8C34-4F549BF455D7}" type="slidenum">
              <a:rPr lang="fr-FR" smtClean="0"/>
              <a:t>2</a:t>
            </a:fld>
            <a:endParaRPr lang="fr-FR"/>
          </a:p>
        </p:txBody>
      </p:sp>
    </p:spTree>
    <p:extLst>
      <p:ext uri="{BB962C8B-B14F-4D97-AF65-F5344CB8AC3E}">
        <p14:creationId xmlns:p14="http://schemas.microsoft.com/office/powerpoint/2010/main" val="2944921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69D2F9AB-3C90-481E-8C34-4F549BF455D7}" type="slidenum">
              <a:rPr lang="fr-FR" smtClean="0"/>
              <a:t>3</a:t>
            </a:fld>
            <a:endParaRPr lang="fr-FR"/>
          </a:p>
        </p:txBody>
      </p:sp>
    </p:spTree>
    <p:extLst>
      <p:ext uri="{BB962C8B-B14F-4D97-AF65-F5344CB8AC3E}">
        <p14:creationId xmlns:p14="http://schemas.microsoft.com/office/powerpoint/2010/main" val="3078243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69D2F9AB-3C90-481E-8C34-4F549BF455D7}" type="slidenum">
              <a:rPr lang="fr-FR" smtClean="0"/>
              <a:t>4</a:t>
            </a:fld>
            <a:endParaRPr lang="fr-FR"/>
          </a:p>
        </p:txBody>
      </p:sp>
    </p:spTree>
    <p:extLst>
      <p:ext uri="{BB962C8B-B14F-4D97-AF65-F5344CB8AC3E}">
        <p14:creationId xmlns:p14="http://schemas.microsoft.com/office/powerpoint/2010/main" val="4250445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re 1"/>
          <p:cNvSpPr>
            <a:spLocks noGrp="1"/>
          </p:cNvSpPr>
          <p:nvPr>
            <p:ph type="ctrTitle"/>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fr-FR" noProof="0"/>
              <a:t>Modifiez le style du titre</a:t>
            </a:r>
          </a:p>
        </p:txBody>
      </p:sp>
      <p:sp>
        <p:nvSpPr>
          <p:cNvPr id="3" name="Sous-titre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fr-FR" noProof="0"/>
              <a:t>Modifiez le style des sous-titres du masque</a:t>
            </a:r>
            <a:endParaRPr lang="fr-FR" noProof="0" dirty="0"/>
          </a:p>
        </p:txBody>
      </p:sp>
      <p:sp>
        <p:nvSpPr>
          <p:cNvPr id="8" name="Espace réservé de la date 7">
            <a:extLst>
              <a:ext uri="{FF2B5EF4-FFF2-40B4-BE49-F238E27FC236}">
                <a16:creationId xmlns:a16="http://schemas.microsoft.com/office/drawing/2014/main" id="{7FA0ACE7-29A8-47D3-A7D9-257B711D8023}"/>
              </a:ext>
            </a:extLst>
          </p:cNvPr>
          <p:cNvSpPr>
            <a:spLocks noGrp="1"/>
          </p:cNvSpPr>
          <p:nvPr>
            <p:ph type="dt" sz="half" idx="10"/>
          </p:nvPr>
        </p:nvSpPr>
        <p:spPr>
          <a:xfrm>
            <a:off x="7605951" y="6423914"/>
            <a:ext cx="2844799" cy="365125"/>
          </a:xfrm>
        </p:spPr>
        <p:txBody>
          <a:bodyPr rtlCol="0"/>
          <a:lstStyle/>
          <a:p>
            <a:pPr rtl="0"/>
            <a:fld id="{E0303488-512C-4FAA-BD9E-E94DB1886383}" type="datetime1">
              <a:rPr lang="fr-FR" noProof="0" smtClean="0"/>
              <a:t>02/04/2026</a:t>
            </a:fld>
            <a:endParaRPr lang="fr-FR" noProof="0"/>
          </a:p>
        </p:txBody>
      </p:sp>
      <p:sp>
        <p:nvSpPr>
          <p:cNvPr id="10" name="Espace réservé du numéro de diapositive 9">
            <a:extLst>
              <a:ext uri="{FF2B5EF4-FFF2-40B4-BE49-F238E27FC236}">
                <a16:creationId xmlns:a16="http://schemas.microsoft.com/office/drawing/2014/main" id="{5898A89F-CA25-400F-B05A-AECBF2517E4F}"/>
              </a:ext>
            </a:extLst>
          </p:cNvPr>
          <p:cNvSpPr>
            <a:spLocks noGrp="1"/>
          </p:cNvSpPr>
          <p:nvPr>
            <p:ph type="sldNum" sz="quarter" idx="12"/>
          </p:nvPr>
        </p:nvSpPr>
        <p:spPr>
          <a:xfrm>
            <a:off x="10795363" y="6423914"/>
            <a:ext cx="1052510" cy="365125"/>
          </a:xfrm>
        </p:spPr>
        <p:txBody>
          <a:bodyPr rtlCol="0"/>
          <a:lstStyle/>
          <a:p>
            <a:pPr rtl="0"/>
            <a:fld id="{3A98EE3D-8CD1-4C3F-BD1C-C98C9596463C}" type="slidenum">
              <a:rPr lang="fr-FR" noProof="0" smtClean="0"/>
              <a:t>‹N°›</a:t>
            </a:fld>
            <a:endParaRPr lang="fr-FR" noProof="0"/>
          </a:p>
        </p:txBody>
      </p:sp>
      <p:sp>
        <p:nvSpPr>
          <p:cNvPr id="11" name="Espace réservé du pied de page 5">
            <a:extLst>
              <a:ext uri="{FF2B5EF4-FFF2-40B4-BE49-F238E27FC236}">
                <a16:creationId xmlns:a16="http://schemas.microsoft.com/office/drawing/2014/main" id="{3FB45199-F13E-4CB5-AF62-71432CD4898C}"/>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Tree>
    <p:extLst>
      <p:ext uri="{BB962C8B-B14F-4D97-AF65-F5344CB8AC3E}">
        <p14:creationId xmlns:p14="http://schemas.microsoft.com/office/powerpoint/2010/main" val="3800925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a:xfrm>
            <a:off x="7605951" y="6423914"/>
            <a:ext cx="2844799" cy="365125"/>
          </a:xfrm>
        </p:spPr>
        <p:txBody>
          <a:bodyPr rtlCol="0"/>
          <a:lstStyle/>
          <a:p>
            <a:pPr rtl="0"/>
            <a:fld id="{778B0FA5-BFBD-411E-9E2D-DC2C395FACEB}" type="datetime1">
              <a:rPr lang="fr-FR" noProof="0" smtClean="0"/>
              <a:t>02/04/2026</a:t>
            </a:fld>
            <a:endParaRPr lang="fr-FR" noProof="0"/>
          </a:p>
        </p:txBody>
      </p:sp>
      <p:sp>
        <p:nvSpPr>
          <p:cNvPr id="6" name="Espace réservé du numéro de diapositive 5"/>
          <p:cNvSpPr>
            <a:spLocks noGrp="1"/>
          </p:cNvSpPr>
          <p:nvPr>
            <p:ph type="sldNum" sz="quarter" idx="12"/>
          </p:nvPr>
        </p:nvSpPr>
        <p:spPr>
          <a:xfrm>
            <a:off x="10795363" y="6423914"/>
            <a:ext cx="1052510" cy="365125"/>
          </a:xfrm>
        </p:spPr>
        <p:txBody>
          <a:bodyPr rtlCol="0"/>
          <a:lstStyle/>
          <a:p>
            <a:pPr rtl="0"/>
            <a:fld id="{3A98EE3D-8CD1-4C3F-BD1C-C98C9596463C}" type="slidenum">
              <a:rPr lang="fr-FR" noProof="0" smtClean="0"/>
              <a:t>‹N°›</a:t>
            </a:fld>
            <a:endParaRPr lang="fr-FR" noProof="0"/>
          </a:p>
        </p:txBody>
      </p:sp>
      <p:sp>
        <p:nvSpPr>
          <p:cNvPr id="7" name="Espace réservé du pied de page 5">
            <a:extLst>
              <a:ext uri="{FF2B5EF4-FFF2-40B4-BE49-F238E27FC236}">
                <a16:creationId xmlns:a16="http://schemas.microsoft.com/office/drawing/2014/main" id="{D5D91A8B-765C-4E59-8109-94DA4EA55B37}"/>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9" name="Rectangle 8">
            <a:extLst>
              <a:ext uri="{FF2B5EF4-FFF2-40B4-BE49-F238E27FC236}">
                <a16:creationId xmlns:a16="http://schemas.microsoft.com/office/drawing/2014/main" id="{0F0F318B-B2C4-4893-95F3-E1AB652A1F17}"/>
              </a:ext>
            </a:extLst>
          </p:cNvPr>
          <p:cNvSpPr>
            <a:spLocks noChangeAspect="1"/>
          </p:cNvSpPr>
          <p:nvPr userDrawn="1"/>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Titre 1">
            <a:extLst>
              <a:ext uri="{FF2B5EF4-FFF2-40B4-BE49-F238E27FC236}">
                <a16:creationId xmlns:a16="http://schemas.microsoft.com/office/drawing/2014/main" id="{34FB09F2-FC78-4161-B5F8-C064B938BE73}"/>
              </a:ext>
            </a:extLst>
          </p:cNvPr>
          <p:cNvSpPr>
            <a:spLocks noGrp="1"/>
          </p:cNvSpPr>
          <p:nvPr>
            <p:ph type="title"/>
          </p:nvPr>
        </p:nvSpPr>
        <p:spPr>
          <a:xfrm>
            <a:off x="581192" y="702156"/>
            <a:ext cx="11029616" cy="1013800"/>
          </a:xfrm>
        </p:spPr>
        <p:txBody>
          <a:bodyPr rtlCol="0"/>
          <a:lstStyle>
            <a:lvl1pPr>
              <a:defRPr>
                <a:solidFill>
                  <a:schemeClr val="bg1"/>
                </a:solidFill>
              </a:defRPr>
            </a:lvl1pPr>
          </a:lstStyle>
          <a:p>
            <a:pPr rtl="0"/>
            <a:r>
              <a:rPr lang="fr-FR" noProof="0"/>
              <a:t>Modifiez le style du titre</a:t>
            </a:r>
          </a:p>
        </p:txBody>
      </p:sp>
      <p:sp>
        <p:nvSpPr>
          <p:cNvPr id="11" name="Espace réservé du contenu 2">
            <a:extLst>
              <a:ext uri="{FF2B5EF4-FFF2-40B4-BE49-F238E27FC236}">
                <a16:creationId xmlns:a16="http://schemas.microsoft.com/office/drawing/2014/main" id="{08CB40EA-D0BA-41DA-91DE-15B4C161DD28}"/>
              </a:ext>
            </a:extLst>
          </p:cNvPr>
          <p:cNvSpPr>
            <a:spLocks noGrp="1"/>
          </p:cNvSpPr>
          <p:nvPr>
            <p:ph idx="1" hasCustomPrompt="1"/>
          </p:nvPr>
        </p:nvSpPr>
        <p:spPr>
          <a:xfrm>
            <a:off x="581192" y="2180496"/>
            <a:ext cx="11029615" cy="3678303"/>
          </a:xfrm>
        </p:spPr>
        <p:txBody>
          <a:bodyPr rtlCol="0"/>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Tree>
    <p:extLst>
      <p:ext uri="{BB962C8B-B14F-4D97-AF65-F5344CB8AC3E}">
        <p14:creationId xmlns:p14="http://schemas.microsoft.com/office/powerpoint/2010/main" val="4118494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re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fr-FR" noProof="0"/>
              <a:t>Modifiez le style du titre</a:t>
            </a:r>
          </a:p>
        </p:txBody>
      </p:sp>
      <p:sp>
        <p:nvSpPr>
          <p:cNvPr id="3" name="Espace réservé du texte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fr-FR" noProof="0" dirty="0"/>
              <a:t>Modifiez les styles du texte du masque</a:t>
            </a:r>
          </a:p>
        </p:txBody>
      </p:sp>
      <p:sp>
        <p:nvSpPr>
          <p:cNvPr id="4" name="Espace réservé de la date 3"/>
          <p:cNvSpPr>
            <a:spLocks noGrp="1"/>
          </p:cNvSpPr>
          <p:nvPr>
            <p:ph type="dt" sz="half" idx="10"/>
          </p:nvPr>
        </p:nvSpPr>
        <p:spPr/>
        <p:txBody>
          <a:bodyPr rtlCol="0"/>
          <a:lstStyle>
            <a:lvl1pPr>
              <a:defRPr>
                <a:solidFill>
                  <a:schemeClr val="accent1">
                    <a:lumMod val="75000"/>
                    <a:lumOff val="25000"/>
                  </a:schemeClr>
                </a:solidFill>
              </a:defRPr>
            </a:lvl1pPr>
          </a:lstStyle>
          <a:p>
            <a:pPr rtl="0"/>
            <a:fld id="{8BE79475-EC48-4996-9C23-81FF2FBDC428}" type="datetime1">
              <a:rPr lang="fr-FR" noProof="0" smtClean="0"/>
              <a:t>02/04/2026</a:t>
            </a:fld>
            <a:endParaRPr lang="fr-FR" noProof="0"/>
          </a:p>
        </p:txBody>
      </p:sp>
      <p:sp>
        <p:nvSpPr>
          <p:cNvPr id="5" name="Espace réservé du pied de page 4"/>
          <p:cNvSpPr>
            <a:spLocks noGrp="1"/>
          </p:cNvSpPr>
          <p:nvPr>
            <p:ph type="ftr" sz="quarter" idx="11"/>
          </p:nvPr>
        </p:nvSpPr>
        <p:spPr/>
        <p:txBody>
          <a:bodyPr rtlCol="0"/>
          <a:lstStyle>
            <a:lvl1pPr>
              <a:defRPr>
                <a:solidFill>
                  <a:schemeClr val="accent1">
                    <a:lumMod val="75000"/>
                    <a:lumOff val="25000"/>
                  </a:schemeClr>
                </a:solidFill>
              </a:defRPr>
            </a:lvl1pPr>
          </a:lstStyle>
          <a:p>
            <a:pPr rtl="0"/>
            <a:r>
              <a:rPr lang="fr-FR" noProof="0"/>
              <a:t>Guillaume FOVEAU 2026</a:t>
            </a:r>
          </a:p>
        </p:txBody>
      </p:sp>
      <p:sp>
        <p:nvSpPr>
          <p:cNvPr id="6" name="Espace réservé du numéro de diapositive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159F479D-7533-4EEF-A06F-7CD2FE3DB90D}" type="slidenum">
              <a:rPr lang="fr-FR" noProof="0" smtClean="0"/>
              <a:t>‹N°›</a:t>
            </a:fld>
            <a:endParaRPr lang="fr-FR" noProof="0"/>
          </a:p>
        </p:txBody>
      </p:sp>
    </p:spTree>
    <p:extLst>
      <p:ext uri="{BB962C8B-B14F-4D97-AF65-F5344CB8AC3E}">
        <p14:creationId xmlns:p14="http://schemas.microsoft.com/office/powerpoint/2010/main" val="3707033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Deux contenus">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782D47D-B0DC-4C40-BCC6-BBBA32584A38}"/>
              </a:ext>
            </a:extLst>
          </p:cNvPr>
          <p:cNvSpPr>
            <a:spLocks noGrp="1"/>
          </p:cNvSpPr>
          <p:nvPr>
            <p:ph type="dt" sz="half" idx="10"/>
          </p:nvPr>
        </p:nvSpPr>
        <p:spPr>
          <a:xfrm>
            <a:off x="7605951" y="6423914"/>
            <a:ext cx="2844799" cy="365125"/>
          </a:xfrm>
        </p:spPr>
        <p:txBody>
          <a:bodyPr rtlCol="0"/>
          <a:lstStyle/>
          <a:p>
            <a:pPr rtl="0"/>
            <a:fld id="{F945DA2D-A13A-4057-BB87-2E680F45884A}" type="datetime1">
              <a:rPr lang="fr-FR" noProof="0" smtClean="0"/>
              <a:t>02/04/2026</a:t>
            </a:fld>
            <a:endParaRPr lang="fr-FR" noProof="0"/>
          </a:p>
        </p:txBody>
      </p:sp>
      <p:sp>
        <p:nvSpPr>
          <p:cNvPr id="10" name="Espace réservé du numéro de diapositive 9">
            <a:extLst>
              <a:ext uri="{FF2B5EF4-FFF2-40B4-BE49-F238E27FC236}">
                <a16:creationId xmlns:a16="http://schemas.microsoft.com/office/drawing/2014/main" id="{2AC511A1-9BBD-42DE-92FB-2AF44F8E97A9}"/>
              </a:ext>
            </a:extLst>
          </p:cNvPr>
          <p:cNvSpPr>
            <a:spLocks noGrp="1"/>
          </p:cNvSpPr>
          <p:nvPr>
            <p:ph type="sldNum" sz="quarter" idx="12"/>
          </p:nvPr>
        </p:nvSpPr>
        <p:spPr>
          <a:xfrm>
            <a:off x="10795363" y="6423914"/>
            <a:ext cx="1052510" cy="365125"/>
          </a:xfrm>
        </p:spPr>
        <p:txBody>
          <a:bodyPr rtlCol="0"/>
          <a:lstStyle/>
          <a:p>
            <a:pPr rtl="0"/>
            <a:fld id="{3A98EE3D-8CD1-4C3F-BD1C-C98C9596463C}" type="slidenum">
              <a:rPr lang="fr-FR" noProof="0" smtClean="0"/>
              <a:t>‹N°›</a:t>
            </a:fld>
            <a:endParaRPr lang="fr-FR" noProof="0"/>
          </a:p>
        </p:txBody>
      </p:sp>
      <p:sp>
        <p:nvSpPr>
          <p:cNvPr id="11" name="Espace réservé du pied de page 5">
            <a:extLst>
              <a:ext uri="{FF2B5EF4-FFF2-40B4-BE49-F238E27FC236}">
                <a16:creationId xmlns:a16="http://schemas.microsoft.com/office/drawing/2014/main" id="{CAD31966-421C-41DC-9B46-21B1CD73A77E}"/>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12" name="Rectangle 11">
            <a:extLst>
              <a:ext uri="{FF2B5EF4-FFF2-40B4-BE49-F238E27FC236}">
                <a16:creationId xmlns:a16="http://schemas.microsoft.com/office/drawing/2014/main" id="{AF9102ED-C049-4F62-A2D8-58981A0621E3}"/>
              </a:ext>
            </a:extLst>
          </p:cNvPr>
          <p:cNvSpPr>
            <a:spLocks noChangeAspect="1"/>
          </p:cNvSpPr>
          <p:nvPr userDrawn="1"/>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3" name="Titre 1">
            <a:extLst>
              <a:ext uri="{FF2B5EF4-FFF2-40B4-BE49-F238E27FC236}">
                <a16:creationId xmlns:a16="http://schemas.microsoft.com/office/drawing/2014/main" id="{CF5F73D5-EFB4-4DAE-8CBA-1128F10DF1B2}"/>
              </a:ext>
            </a:extLst>
          </p:cNvPr>
          <p:cNvSpPr>
            <a:spLocks noGrp="1"/>
          </p:cNvSpPr>
          <p:nvPr>
            <p:ph type="title"/>
          </p:nvPr>
        </p:nvSpPr>
        <p:spPr>
          <a:xfrm>
            <a:off x="581193" y="729658"/>
            <a:ext cx="11029616" cy="988332"/>
          </a:xfrm>
        </p:spPr>
        <p:txBody>
          <a:bodyPr rtlCol="0"/>
          <a:lstStyle>
            <a:lvl1pPr>
              <a:defRPr>
                <a:solidFill>
                  <a:schemeClr val="bg1"/>
                </a:solidFill>
              </a:defRPr>
            </a:lvl1pPr>
          </a:lstStyle>
          <a:p>
            <a:pPr rtl="0"/>
            <a:r>
              <a:rPr lang="fr-FR" noProof="0"/>
              <a:t>Modifiez le style du titre</a:t>
            </a:r>
          </a:p>
        </p:txBody>
      </p:sp>
      <p:sp>
        <p:nvSpPr>
          <p:cNvPr id="14" name="Espace réservé du contenu 2">
            <a:extLst>
              <a:ext uri="{FF2B5EF4-FFF2-40B4-BE49-F238E27FC236}">
                <a16:creationId xmlns:a16="http://schemas.microsoft.com/office/drawing/2014/main" id="{2B92446D-E0AD-4899-86E1-DFBB50D92144}"/>
              </a:ext>
            </a:extLst>
          </p:cNvPr>
          <p:cNvSpPr>
            <a:spLocks noGrp="1"/>
          </p:cNvSpPr>
          <p:nvPr>
            <p:ph sz="half" idx="1" hasCustomPrompt="1"/>
          </p:nvPr>
        </p:nvSpPr>
        <p:spPr>
          <a:xfrm>
            <a:off x="581193" y="2228003"/>
            <a:ext cx="5422390" cy="3633047"/>
          </a:xfrm>
        </p:spPr>
        <p:txBody>
          <a:bodyPr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5" name="Espace réservé du contenu 3">
            <a:extLst>
              <a:ext uri="{FF2B5EF4-FFF2-40B4-BE49-F238E27FC236}">
                <a16:creationId xmlns:a16="http://schemas.microsoft.com/office/drawing/2014/main" id="{9BF0768A-BCD3-4064-8FE0-C439326F00DD}"/>
              </a:ext>
            </a:extLst>
          </p:cNvPr>
          <p:cNvSpPr>
            <a:spLocks noGrp="1"/>
          </p:cNvSpPr>
          <p:nvPr>
            <p:ph sz="half" idx="2" hasCustomPrompt="1"/>
          </p:nvPr>
        </p:nvSpPr>
        <p:spPr>
          <a:xfrm>
            <a:off x="6188417" y="2228003"/>
            <a:ext cx="5422392" cy="3633047"/>
          </a:xfrm>
        </p:spPr>
        <p:txBody>
          <a:bodyPr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Tree>
    <p:extLst>
      <p:ext uri="{BB962C8B-B14F-4D97-AF65-F5344CB8AC3E}">
        <p14:creationId xmlns:p14="http://schemas.microsoft.com/office/powerpoint/2010/main" val="3635230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7" name="Espace réservé de la date 6">
            <a:extLst>
              <a:ext uri="{FF2B5EF4-FFF2-40B4-BE49-F238E27FC236}">
                <a16:creationId xmlns:a16="http://schemas.microsoft.com/office/drawing/2014/main" id="{950CE4CA-34EA-472D-A23C-1DE165FCAA2F}"/>
              </a:ext>
            </a:extLst>
          </p:cNvPr>
          <p:cNvSpPr>
            <a:spLocks noGrp="1"/>
          </p:cNvSpPr>
          <p:nvPr>
            <p:ph type="dt" sz="half" idx="10"/>
          </p:nvPr>
        </p:nvSpPr>
        <p:spPr>
          <a:xfrm>
            <a:off x="7605951" y="6423914"/>
            <a:ext cx="2844799" cy="365125"/>
          </a:xfrm>
        </p:spPr>
        <p:txBody>
          <a:bodyPr rtlCol="0"/>
          <a:lstStyle/>
          <a:p>
            <a:pPr rtl="0"/>
            <a:fld id="{C6821D7B-F264-4AE6-9F9F-BBEF789149BB}" type="datetime1">
              <a:rPr lang="fr-FR" noProof="0" smtClean="0"/>
              <a:t>02/04/2026</a:t>
            </a:fld>
            <a:endParaRPr lang="fr-FR" noProof="0"/>
          </a:p>
        </p:txBody>
      </p:sp>
      <p:sp>
        <p:nvSpPr>
          <p:cNvPr id="9" name="Espace réservé du numéro de diapositive 8">
            <a:extLst>
              <a:ext uri="{FF2B5EF4-FFF2-40B4-BE49-F238E27FC236}">
                <a16:creationId xmlns:a16="http://schemas.microsoft.com/office/drawing/2014/main" id="{52AC1173-613F-48B1-B860-00397875FEEA}"/>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10" name="Espace réservé du pied de page 5">
            <a:extLst>
              <a:ext uri="{FF2B5EF4-FFF2-40B4-BE49-F238E27FC236}">
                <a16:creationId xmlns:a16="http://schemas.microsoft.com/office/drawing/2014/main" id="{94036C93-814B-4155-A748-7731CA60AC88}"/>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11" name="Rectangle 10">
            <a:extLst>
              <a:ext uri="{FF2B5EF4-FFF2-40B4-BE49-F238E27FC236}">
                <a16:creationId xmlns:a16="http://schemas.microsoft.com/office/drawing/2014/main" id="{DA4EE69F-D906-40FA-8109-46DF1B1A16FA}"/>
              </a:ext>
            </a:extLst>
          </p:cNvPr>
          <p:cNvSpPr>
            <a:spLocks noChangeAspect="1"/>
          </p:cNvSpPr>
          <p:nvPr userDrawn="1"/>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re 1">
            <a:extLst>
              <a:ext uri="{FF2B5EF4-FFF2-40B4-BE49-F238E27FC236}">
                <a16:creationId xmlns:a16="http://schemas.microsoft.com/office/drawing/2014/main" id="{7DC41C5E-3615-4EA8-B8E6-E2B196256B1C}"/>
              </a:ext>
            </a:extLst>
          </p:cNvPr>
          <p:cNvSpPr>
            <a:spLocks noGrp="1"/>
          </p:cNvSpPr>
          <p:nvPr>
            <p:ph type="title"/>
          </p:nvPr>
        </p:nvSpPr>
        <p:spPr>
          <a:xfrm>
            <a:off x="581193" y="729658"/>
            <a:ext cx="11029616" cy="988332"/>
          </a:xfrm>
        </p:spPr>
        <p:txBody>
          <a:bodyPr rtlCol="0"/>
          <a:lstStyle>
            <a:lvl1pPr>
              <a:defRPr>
                <a:solidFill>
                  <a:schemeClr val="bg1"/>
                </a:solidFill>
              </a:defRPr>
            </a:lvl1pPr>
          </a:lstStyle>
          <a:p>
            <a:pPr rtl="0"/>
            <a:r>
              <a:rPr lang="fr-FR" noProof="0"/>
              <a:t>Modifiez le style du titre</a:t>
            </a:r>
          </a:p>
        </p:txBody>
      </p:sp>
      <p:sp>
        <p:nvSpPr>
          <p:cNvPr id="13" name="Espace réservé du texte 2">
            <a:extLst>
              <a:ext uri="{FF2B5EF4-FFF2-40B4-BE49-F238E27FC236}">
                <a16:creationId xmlns:a16="http://schemas.microsoft.com/office/drawing/2014/main" id="{9555D9C2-1EA2-4557-9496-E7AEA7A128B8}"/>
              </a:ext>
            </a:extLst>
          </p:cNvPr>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14" name="Espace réservé du contenu 3">
            <a:extLst>
              <a:ext uri="{FF2B5EF4-FFF2-40B4-BE49-F238E27FC236}">
                <a16:creationId xmlns:a16="http://schemas.microsoft.com/office/drawing/2014/main" id="{A464C6A4-3497-4DA5-945D-7A771E383ACF}"/>
              </a:ext>
            </a:extLst>
          </p:cNvPr>
          <p:cNvSpPr>
            <a:spLocks noGrp="1"/>
          </p:cNvSpPr>
          <p:nvPr>
            <p:ph sz="half" idx="2" hasCustomPrompt="1"/>
          </p:nvPr>
        </p:nvSpPr>
        <p:spPr>
          <a:xfrm>
            <a:off x="581194" y="2926052"/>
            <a:ext cx="5393100" cy="2934999"/>
          </a:xfrm>
        </p:spPr>
        <p:txBody>
          <a:bodyPr rtlCol="0" anchor="t">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5" name="Espace réservé du texte 4">
            <a:extLst>
              <a:ext uri="{FF2B5EF4-FFF2-40B4-BE49-F238E27FC236}">
                <a16:creationId xmlns:a16="http://schemas.microsoft.com/office/drawing/2014/main" id="{91C3F39A-C070-4EEB-9285-4EFBEE5FB54A}"/>
              </a:ext>
            </a:extLst>
          </p:cNvPr>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dirty="0"/>
              <a:t>Modifiez les styles du texte du masque</a:t>
            </a:r>
          </a:p>
        </p:txBody>
      </p:sp>
      <p:sp>
        <p:nvSpPr>
          <p:cNvPr id="16" name="Espace réservé du contenu 5">
            <a:extLst>
              <a:ext uri="{FF2B5EF4-FFF2-40B4-BE49-F238E27FC236}">
                <a16:creationId xmlns:a16="http://schemas.microsoft.com/office/drawing/2014/main" id="{07E4AC67-32FA-4B42-9340-5E57C82F7437}"/>
              </a:ext>
            </a:extLst>
          </p:cNvPr>
          <p:cNvSpPr>
            <a:spLocks noGrp="1"/>
          </p:cNvSpPr>
          <p:nvPr>
            <p:ph sz="quarter" idx="4" hasCustomPrompt="1"/>
          </p:nvPr>
        </p:nvSpPr>
        <p:spPr>
          <a:xfrm>
            <a:off x="6217709" y="2926052"/>
            <a:ext cx="5393100" cy="2934999"/>
          </a:xfrm>
        </p:spPr>
        <p:txBody>
          <a:bodyPr rtlCol="0" anchor="t">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Tree>
    <p:extLst>
      <p:ext uri="{BB962C8B-B14F-4D97-AF65-F5344CB8AC3E}">
        <p14:creationId xmlns:p14="http://schemas.microsoft.com/office/powerpoint/2010/main" val="1193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uniquement">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75F22525-79A2-451F-9944-47D4183A4515}"/>
              </a:ext>
            </a:extLst>
          </p:cNvPr>
          <p:cNvSpPr>
            <a:spLocks noGrp="1"/>
          </p:cNvSpPr>
          <p:nvPr>
            <p:ph type="dt" sz="half" idx="10"/>
          </p:nvPr>
        </p:nvSpPr>
        <p:spPr>
          <a:xfrm>
            <a:off x="7605951" y="6423914"/>
            <a:ext cx="2844799" cy="365125"/>
          </a:xfrm>
        </p:spPr>
        <p:txBody>
          <a:bodyPr rtlCol="0"/>
          <a:lstStyle/>
          <a:p>
            <a:pPr rtl="0"/>
            <a:fld id="{393988BA-0CD4-462C-99BF-6C2A3EF9A8DC}" type="datetime1">
              <a:rPr lang="fr-FR" noProof="0" smtClean="0"/>
              <a:t>02/04/2026</a:t>
            </a:fld>
            <a:endParaRPr lang="fr-FR" noProof="0"/>
          </a:p>
        </p:txBody>
      </p:sp>
      <p:sp>
        <p:nvSpPr>
          <p:cNvPr id="5" name="Espace réservé du numéro de diapositive 4">
            <a:extLst>
              <a:ext uri="{FF2B5EF4-FFF2-40B4-BE49-F238E27FC236}">
                <a16:creationId xmlns:a16="http://schemas.microsoft.com/office/drawing/2014/main" id="{8B9B8C25-AF44-4D9D-A667-69D9A92B1C59}"/>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6" name="Espace réservé du pied de page 5">
            <a:extLst>
              <a:ext uri="{FF2B5EF4-FFF2-40B4-BE49-F238E27FC236}">
                <a16:creationId xmlns:a16="http://schemas.microsoft.com/office/drawing/2014/main" id="{EFF54790-C8AC-4CF8-8E89-80C5C90F3A17}"/>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7" name="Rectangle 6">
            <a:extLst>
              <a:ext uri="{FF2B5EF4-FFF2-40B4-BE49-F238E27FC236}">
                <a16:creationId xmlns:a16="http://schemas.microsoft.com/office/drawing/2014/main" id="{0020220C-6241-4A3B-9017-445FC82876DD}"/>
              </a:ext>
            </a:extLst>
          </p:cNvPr>
          <p:cNvSpPr>
            <a:spLocks noChangeAspect="1"/>
          </p:cNvSpPr>
          <p:nvPr userDrawn="1"/>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re 1">
            <a:extLst>
              <a:ext uri="{FF2B5EF4-FFF2-40B4-BE49-F238E27FC236}">
                <a16:creationId xmlns:a16="http://schemas.microsoft.com/office/drawing/2014/main" id="{12206A44-565D-4C18-8891-86387B90115A}"/>
              </a:ext>
            </a:extLst>
          </p:cNvPr>
          <p:cNvSpPr>
            <a:spLocks noGrp="1"/>
          </p:cNvSpPr>
          <p:nvPr>
            <p:ph type="title"/>
          </p:nvPr>
        </p:nvSpPr>
        <p:spPr>
          <a:xfrm>
            <a:off x="575894" y="729658"/>
            <a:ext cx="11029616" cy="988332"/>
          </a:xfrm>
        </p:spPr>
        <p:txBody>
          <a:bodyPr rtlCol="0"/>
          <a:lstStyle>
            <a:lvl1pPr>
              <a:defRPr>
                <a:solidFill>
                  <a:schemeClr val="bg1"/>
                </a:solidFill>
              </a:defRPr>
            </a:lvl1pPr>
          </a:lstStyle>
          <a:p>
            <a:pPr rtl="0"/>
            <a:r>
              <a:rPr lang="fr-FR" noProof="0"/>
              <a:t>Modifiez le style du titre</a:t>
            </a:r>
          </a:p>
        </p:txBody>
      </p:sp>
    </p:spTree>
    <p:extLst>
      <p:ext uri="{BB962C8B-B14F-4D97-AF65-F5344CB8AC3E}">
        <p14:creationId xmlns:p14="http://schemas.microsoft.com/office/powerpoint/2010/main" val="2300412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BA4B42F-2C80-4037-BF8E-C209D59D9300}"/>
              </a:ext>
            </a:extLst>
          </p:cNvPr>
          <p:cNvSpPr>
            <a:spLocks noGrp="1"/>
          </p:cNvSpPr>
          <p:nvPr>
            <p:ph type="dt" sz="half" idx="10"/>
          </p:nvPr>
        </p:nvSpPr>
        <p:spPr>
          <a:xfrm>
            <a:off x="7605951" y="6435376"/>
            <a:ext cx="2844799" cy="365125"/>
          </a:xfrm>
        </p:spPr>
        <p:txBody>
          <a:bodyPr rtlCol="0"/>
          <a:lstStyle/>
          <a:p>
            <a:pPr rtl="0"/>
            <a:fld id="{FC479A6D-9ECD-4395-99A1-E3895F1CC269}" type="datetime1">
              <a:rPr lang="fr-FR" noProof="0" smtClean="0"/>
              <a:t>02/04/2026</a:t>
            </a:fld>
            <a:endParaRPr lang="fr-FR" noProof="0"/>
          </a:p>
        </p:txBody>
      </p:sp>
      <p:sp>
        <p:nvSpPr>
          <p:cNvPr id="4" name="Espace réservé du numéro de diapositive 3">
            <a:extLst>
              <a:ext uri="{FF2B5EF4-FFF2-40B4-BE49-F238E27FC236}">
                <a16:creationId xmlns:a16="http://schemas.microsoft.com/office/drawing/2014/main" id="{78E56474-3A38-4097-8649-FAF662D8CFF7}"/>
              </a:ext>
            </a:extLst>
          </p:cNvPr>
          <p:cNvSpPr>
            <a:spLocks noGrp="1"/>
          </p:cNvSpPr>
          <p:nvPr>
            <p:ph type="sldNum" sz="quarter" idx="12"/>
          </p:nvPr>
        </p:nvSpPr>
        <p:spPr>
          <a:xfrm>
            <a:off x="10795363" y="6435376"/>
            <a:ext cx="1052510" cy="365125"/>
          </a:xfrm>
        </p:spPr>
        <p:txBody>
          <a:bodyPr rtlCol="0"/>
          <a:lstStyle/>
          <a:p>
            <a:pPr rtl="0"/>
            <a:fld id="{F603CDE5-C1D8-4EDD-870F-A498BAFA520F}" type="slidenum">
              <a:rPr lang="fr-FR" noProof="0" smtClean="0"/>
              <a:t>‹N°›</a:t>
            </a:fld>
            <a:endParaRPr lang="fr-FR" noProof="0"/>
          </a:p>
        </p:txBody>
      </p:sp>
      <p:sp>
        <p:nvSpPr>
          <p:cNvPr id="5" name="Espace réservé du pied de page 5">
            <a:extLst>
              <a:ext uri="{FF2B5EF4-FFF2-40B4-BE49-F238E27FC236}">
                <a16:creationId xmlns:a16="http://schemas.microsoft.com/office/drawing/2014/main" id="{FF907DD0-6A5F-4994-AB77-82E297226896}"/>
              </a:ext>
            </a:extLst>
          </p:cNvPr>
          <p:cNvSpPr>
            <a:spLocks noGrp="1"/>
          </p:cNvSpPr>
          <p:nvPr>
            <p:ph type="ftr" sz="quarter" idx="11"/>
          </p:nvPr>
        </p:nvSpPr>
        <p:spPr>
          <a:xfrm>
            <a:off x="355101" y="6435376"/>
            <a:ext cx="6818262" cy="365125"/>
          </a:xfrm>
        </p:spPr>
        <p:txBody>
          <a:bodyPr rtlCol="0"/>
          <a:lstStyle/>
          <a:p>
            <a:pPr algn="l" rtl="0"/>
            <a:r>
              <a:rPr lang="fr-FR" noProof="0"/>
              <a:t>Guillaume FOVEAU 2026</a:t>
            </a:r>
          </a:p>
        </p:txBody>
      </p:sp>
    </p:spTree>
    <p:extLst>
      <p:ext uri="{BB962C8B-B14F-4D97-AF65-F5344CB8AC3E}">
        <p14:creationId xmlns:p14="http://schemas.microsoft.com/office/powerpoint/2010/main" val="2902114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B11BF3AA-AA64-40B2-94AA-20312968771D}"/>
              </a:ext>
            </a:extLst>
          </p:cNvPr>
          <p:cNvSpPr>
            <a:spLocks noGrp="1"/>
          </p:cNvSpPr>
          <p:nvPr>
            <p:ph type="dt" sz="half" idx="10"/>
          </p:nvPr>
        </p:nvSpPr>
        <p:spPr>
          <a:xfrm>
            <a:off x="7605951" y="6423914"/>
            <a:ext cx="2844799" cy="365125"/>
          </a:xfrm>
        </p:spPr>
        <p:txBody>
          <a:bodyPr rtlCol="0"/>
          <a:lstStyle/>
          <a:p>
            <a:pPr rtl="0"/>
            <a:fld id="{23E3F6D4-ED72-4D42-9F16-526B16D3DADD}" type="datetime1">
              <a:rPr lang="fr-FR" noProof="0" smtClean="0"/>
              <a:t>02/04/2026</a:t>
            </a:fld>
            <a:endParaRPr lang="fr-FR" noProof="0"/>
          </a:p>
        </p:txBody>
      </p:sp>
      <p:sp>
        <p:nvSpPr>
          <p:cNvPr id="7" name="Espace réservé du numéro de diapositive 6">
            <a:extLst>
              <a:ext uri="{FF2B5EF4-FFF2-40B4-BE49-F238E27FC236}">
                <a16:creationId xmlns:a16="http://schemas.microsoft.com/office/drawing/2014/main" id="{E1444EA1-5452-4A23-B72D-9B65C311F2FC}"/>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8" name="Espace réservé du pied de page 5">
            <a:extLst>
              <a:ext uri="{FF2B5EF4-FFF2-40B4-BE49-F238E27FC236}">
                <a16:creationId xmlns:a16="http://schemas.microsoft.com/office/drawing/2014/main" id="{3A5BB48A-749C-4DBB-8723-91ACE9CEA73E}"/>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9" name="Rectangle 8">
            <a:extLst>
              <a:ext uri="{FF2B5EF4-FFF2-40B4-BE49-F238E27FC236}">
                <a16:creationId xmlns:a16="http://schemas.microsoft.com/office/drawing/2014/main" id="{24F70AE1-0373-4B8E-9C6F-A87681145315}"/>
              </a:ext>
            </a:extLst>
          </p:cNvPr>
          <p:cNvSpPr>
            <a:spLocks noChangeAspect="1"/>
          </p:cNvSpPr>
          <p:nvPr userDrawn="1"/>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Titre 1">
            <a:extLst>
              <a:ext uri="{FF2B5EF4-FFF2-40B4-BE49-F238E27FC236}">
                <a16:creationId xmlns:a16="http://schemas.microsoft.com/office/drawing/2014/main" id="{A4CFD6FA-0DEF-4E30-82DA-0BAB26B41E5B}"/>
              </a:ext>
            </a:extLst>
          </p:cNvPr>
          <p:cNvSpPr>
            <a:spLocks noGrp="1"/>
          </p:cNvSpPr>
          <p:nvPr>
            <p:ph type="title"/>
          </p:nvPr>
        </p:nvSpPr>
        <p:spPr>
          <a:xfrm>
            <a:off x="581192" y="5262296"/>
            <a:ext cx="4909445" cy="689514"/>
          </a:xfrm>
        </p:spPr>
        <p:txBody>
          <a:bodyPr rtlCol="0" anchor="ctr"/>
          <a:lstStyle>
            <a:lvl1pPr algn="l">
              <a:defRPr sz="2000" b="0">
                <a:solidFill>
                  <a:schemeClr val="accent1">
                    <a:lumMod val="50000"/>
                  </a:schemeClr>
                </a:solidFill>
              </a:defRPr>
            </a:lvl1pPr>
          </a:lstStyle>
          <a:p>
            <a:pPr rtl="0"/>
            <a:r>
              <a:rPr lang="fr-FR" noProof="0"/>
              <a:t>Modifiez le style du titre</a:t>
            </a:r>
          </a:p>
        </p:txBody>
      </p:sp>
      <p:sp>
        <p:nvSpPr>
          <p:cNvPr id="11" name="Espace réservé du contenu 2">
            <a:extLst>
              <a:ext uri="{FF2B5EF4-FFF2-40B4-BE49-F238E27FC236}">
                <a16:creationId xmlns:a16="http://schemas.microsoft.com/office/drawing/2014/main" id="{C01EE411-05BB-43B4-BF85-4222430030F4}"/>
              </a:ext>
            </a:extLst>
          </p:cNvPr>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2" name="Espace réservé du texte 3">
            <a:extLst>
              <a:ext uri="{FF2B5EF4-FFF2-40B4-BE49-F238E27FC236}">
                <a16:creationId xmlns:a16="http://schemas.microsoft.com/office/drawing/2014/main" id="{7C2A48C1-57D3-4A3D-B843-6ACC41EEE8E6}"/>
              </a:ext>
            </a:extLst>
          </p:cNvPr>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a:t>Modifiez les styles du texte</a:t>
            </a:r>
          </a:p>
        </p:txBody>
      </p:sp>
    </p:spTree>
    <p:extLst>
      <p:ext uri="{BB962C8B-B14F-4D97-AF65-F5344CB8AC3E}">
        <p14:creationId xmlns:p14="http://schemas.microsoft.com/office/powerpoint/2010/main" val="1402279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vec légende">
    <p:spTree>
      <p:nvGrpSpPr>
        <p:cNvPr id="1" name=""/>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506B7143-9C17-4A62-9B23-F2717C500886}"/>
              </a:ext>
            </a:extLst>
          </p:cNvPr>
          <p:cNvSpPr>
            <a:spLocks noGrp="1"/>
          </p:cNvSpPr>
          <p:nvPr>
            <p:ph type="dt" sz="half" idx="10"/>
          </p:nvPr>
        </p:nvSpPr>
        <p:spPr>
          <a:xfrm>
            <a:off x="7605951" y="6423914"/>
            <a:ext cx="2844799" cy="365125"/>
          </a:xfrm>
        </p:spPr>
        <p:txBody>
          <a:bodyPr rtlCol="0"/>
          <a:lstStyle/>
          <a:p>
            <a:pPr rtl="0"/>
            <a:fld id="{E8989CE5-3662-40F8-986E-8651A8017B6C}" type="datetime1">
              <a:rPr lang="fr-FR" noProof="0" smtClean="0"/>
              <a:t>02/04/2026</a:t>
            </a:fld>
            <a:endParaRPr lang="fr-FR" noProof="0"/>
          </a:p>
        </p:txBody>
      </p:sp>
      <p:sp>
        <p:nvSpPr>
          <p:cNvPr id="7" name="Espace réservé du numéro de diapositive 6">
            <a:extLst>
              <a:ext uri="{FF2B5EF4-FFF2-40B4-BE49-F238E27FC236}">
                <a16:creationId xmlns:a16="http://schemas.microsoft.com/office/drawing/2014/main" id="{7DD0075C-AB97-4D80-BF0E-6D96D0A8F963}"/>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8" name="Espace réservé du pied de page 5">
            <a:extLst>
              <a:ext uri="{FF2B5EF4-FFF2-40B4-BE49-F238E27FC236}">
                <a16:creationId xmlns:a16="http://schemas.microsoft.com/office/drawing/2014/main" id="{D740D193-BF72-46A1-AFE9-DA960BABE465}"/>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9" name="Titre 1">
            <a:extLst>
              <a:ext uri="{FF2B5EF4-FFF2-40B4-BE49-F238E27FC236}">
                <a16:creationId xmlns:a16="http://schemas.microsoft.com/office/drawing/2014/main" id="{F47352EA-4890-4FE1-97BD-8CCB09F58794}"/>
              </a:ext>
            </a:extLst>
          </p:cNvPr>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fr-FR" noProof="0"/>
              <a:t>Modifiez le style du titre</a:t>
            </a:r>
          </a:p>
        </p:txBody>
      </p:sp>
      <p:sp>
        <p:nvSpPr>
          <p:cNvPr id="10" name="Espace réservé de l’image 2">
            <a:extLst>
              <a:ext uri="{FF2B5EF4-FFF2-40B4-BE49-F238E27FC236}">
                <a16:creationId xmlns:a16="http://schemas.microsoft.com/office/drawing/2014/main" id="{EEBAE269-6AC1-4BFB-8694-696AFD04DC84}"/>
              </a:ext>
            </a:extLst>
          </p:cNvPr>
          <p:cNvSpPr>
            <a:spLocks noGrp="1" noChangeAspect="1"/>
          </p:cNvSpPr>
          <p:nvPr>
            <p:ph type="pic" idx="1" hasCustomPrompt="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fr-FR" noProof="0"/>
              <a:t>Cliquez sur l’icône pour ajouter une image</a:t>
            </a:r>
          </a:p>
        </p:txBody>
      </p:sp>
      <p:sp>
        <p:nvSpPr>
          <p:cNvPr id="11" name="Espace réservé du texte 3">
            <a:extLst>
              <a:ext uri="{FF2B5EF4-FFF2-40B4-BE49-F238E27FC236}">
                <a16:creationId xmlns:a16="http://schemas.microsoft.com/office/drawing/2014/main" id="{F67E35A4-831E-477F-9962-C62C2A6492CD}"/>
              </a:ext>
            </a:extLst>
          </p:cNvPr>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dirty="0"/>
              <a:t>Modifiez les styles du texte du masque</a:t>
            </a:r>
          </a:p>
        </p:txBody>
      </p:sp>
    </p:spTree>
    <p:extLst>
      <p:ext uri="{BB962C8B-B14F-4D97-AF65-F5344CB8AC3E}">
        <p14:creationId xmlns:p14="http://schemas.microsoft.com/office/powerpoint/2010/main" val="3008106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ux images avec légende">
    <p:spTree>
      <p:nvGrpSpPr>
        <p:cNvPr id="1" name=""/>
        <p:cNvGrpSpPr/>
        <p:nvPr/>
      </p:nvGrpSpPr>
      <p:grpSpPr>
        <a:xfrm>
          <a:off x="0" y="0"/>
          <a:ext cx="0" cy="0"/>
          <a:chOff x="0" y="0"/>
          <a:chExt cx="0" cy="0"/>
        </a:xfrm>
      </p:grpSpPr>
      <p:sp>
        <p:nvSpPr>
          <p:cNvPr id="3" name="Espace réservé d’image 2">
            <a:extLst>
              <a:ext uri="{FF2B5EF4-FFF2-40B4-BE49-F238E27FC236}">
                <a16:creationId xmlns:a16="http://schemas.microsoft.com/office/drawing/2014/main" id="{79842E67-35F4-4EC2-B5B4-6D02111EDAD7}"/>
              </a:ext>
            </a:extLst>
          </p:cNvPr>
          <p:cNvSpPr>
            <a:spLocks noGrp="1"/>
          </p:cNvSpPr>
          <p:nvPr>
            <p:ph type="pic" idx="1" hasCustomPrompt="1"/>
          </p:nvPr>
        </p:nvSpPr>
        <p:spPr>
          <a:xfrm>
            <a:off x="4242275"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10" name="Espace réservé d’image 2">
            <a:extLst>
              <a:ext uri="{FF2B5EF4-FFF2-40B4-BE49-F238E27FC236}">
                <a16:creationId xmlns:a16="http://schemas.microsoft.com/office/drawing/2014/main" id="{6553049D-F1F2-4E3C-B0A3-D2BCB35B18A8}"/>
              </a:ext>
            </a:extLst>
          </p:cNvPr>
          <p:cNvSpPr>
            <a:spLocks noGrp="1"/>
          </p:cNvSpPr>
          <p:nvPr>
            <p:ph type="pic" idx="13" hasCustomPrompt="1"/>
          </p:nvPr>
        </p:nvSpPr>
        <p:spPr>
          <a:xfrm>
            <a:off x="8047164"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2" name="Titre 1">
            <a:extLst>
              <a:ext uri="{FF2B5EF4-FFF2-40B4-BE49-F238E27FC236}">
                <a16:creationId xmlns:a16="http://schemas.microsoft.com/office/drawing/2014/main" id="{1791EB1F-E7C6-4FF7-BE74-BEF6056BACE4}"/>
              </a:ext>
            </a:extLst>
          </p:cNvPr>
          <p:cNvSpPr>
            <a:spLocks noGrp="1"/>
          </p:cNvSpPr>
          <p:nvPr>
            <p:ph type="title"/>
          </p:nvPr>
        </p:nvSpPr>
        <p:spPr>
          <a:xfrm>
            <a:off x="358529" y="457200"/>
            <a:ext cx="3790884" cy="1600200"/>
          </a:xfrm>
        </p:spPr>
        <p:txBody>
          <a:bodyPr rtlCol="0" anchor="b">
            <a:normAutofit/>
          </a:bodyPr>
          <a:lstStyle>
            <a:lvl1pPr>
              <a:defRPr sz="2800">
                <a:solidFill>
                  <a:schemeClr val="accent1">
                    <a:lumMod val="75000"/>
                  </a:schemeClr>
                </a:solidFill>
              </a:defRPr>
            </a:lvl1pPr>
          </a:lstStyle>
          <a:p>
            <a:pPr rtl="0"/>
            <a:r>
              <a:rPr lang="fr-FR" noProof="0"/>
              <a:t>Modifiez le style du titre</a:t>
            </a:r>
          </a:p>
        </p:txBody>
      </p:sp>
      <p:sp>
        <p:nvSpPr>
          <p:cNvPr id="4" name="Espace réservé du texte 3">
            <a:extLst>
              <a:ext uri="{FF2B5EF4-FFF2-40B4-BE49-F238E27FC236}">
                <a16:creationId xmlns:a16="http://schemas.microsoft.com/office/drawing/2014/main" id="{9AC935A1-3DFF-457D-8C70-E337C3D84F5A}"/>
              </a:ext>
            </a:extLst>
          </p:cNvPr>
          <p:cNvSpPr>
            <a:spLocks noGrp="1"/>
          </p:cNvSpPr>
          <p:nvPr>
            <p:ph type="body" sz="half" idx="2" hasCustomPrompt="1"/>
          </p:nvPr>
        </p:nvSpPr>
        <p:spPr>
          <a:xfrm>
            <a:off x="358529" y="2057400"/>
            <a:ext cx="3790884" cy="3811588"/>
          </a:xfrm>
        </p:spPr>
        <p:txBody>
          <a:bodyPr rtlCol="0"/>
          <a:lstStyle>
            <a:lvl1pPr marL="216000" indent="-216000">
              <a:lnSpc>
                <a:spcPct val="90000"/>
              </a:lnSpc>
              <a:buFont typeface="Wingdings" panose="05000000000000000000" pitchFamily="2" charset="2"/>
              <a:buChar char="§"/>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dirty="0"/>
              <a:t>Modifiez les styles du texte du masque</a:t>
            </a:r>
          </a:p>
        </p:txBody>
      </p:sp>
      <p:sp>
        <p:nvSpPr>
          <p:cNvPr id="5" name="Espace réservé de la date 4">
            <a:extLst>
              <a:ext uri="{FF2B5EF4-FFF2-40B4-BE49-F238E27FC236}">
                <a16:creationId xmlns:a16="http://schemas.microsoft.com/office/drawing/2014/main" id="{506B7143-9C17-4A62-9B23-F2717C500886}"/>
              </a:ext>
            </a:extLst>
          </p:cNvPr>
          <p:cNvSpPr>
            <a:spLocks noGrp="1"/>
          </p:cNvSpPr>
          <p:nvPr>
            <p:ph type="dt" sz="half" idx="10"/>
          </p:nvPr>
        </p:nvSpPr>
        <p:spPr>
          <a:xfrm>
            <a:off x="7605951" y="6423914"/>
            <a:ext cx="2844799" cy="365125"/>
          </a:xfrm>
        </p:spPr>
        <p:txBody>
          <a:bodyPr rtlCol="0"/>
          <a:lstStyle/>
          <a:p>
            <a:pPr rtl="0"/>
            <a:fld id="{3A339C92-5BF2-41F4-A763-991BE67AEB84}" type="datetime1">
              <a:rPr lang="fr-FR" noProof="0" smtClean="0"/>
              <a:t>02/04/2026</a:t>
            </a:fld>
            <a:endParaRPr lang="fr-FR" noProof="0"/>
          </a:p>
        </p:txBody>
      </p:sp>
      <p:sp>
        <p:nvSpPr>
          <p:cNvPr id="7" name="Espace réservé du numéro de diapositive 6">
            <a:extLst>
              <a:ext uri="{FF2B5EF4-FFF2-40B4-BE49-F238E27FC236}">
                <a16:creationId xmlns:a16="http://schemas.microsoft.com/office/drawing/2014/main" id="{7DD0075C-AB97-4D80-BF0E-6D96D0A8F963}"/>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11" name="Espace réservé du pied de page 5">
            <a:extLst>
              <a:ext uri="{FF2B5EF4-FFF2-40B4-BE49-F238E27FC236}">
                <a16:creationId xmlns:a16="http://schemas.microsoft.com/office/drawing/2014/main" id="{A620A17C-5577-4021-9044-146DC609ECC5}"/>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Tree>
    <p:extLst>
      <p:ext uri="{BB962C8B-B14F-4D97-AF65-F5344CB8AC3E}">
        <p14:creationId xmlns:p14="http://schemas.microsoft.com/office/powerpoint/2010/main" val="2686224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eux images avec légende_1">
    <p:spTree>
      <p:nvGrpSpPr>
        <p:cNvPr id="1" name=""/>
        <p:cNvGrpSpPr/>
        <p:nvPr/>
      </p:nvGrpSpPr>
      <p:grpSpPr>
        <a:xfrm>
          <a:off x="0" y="0"/>
          <a:ext cx="0" cy="0"/>
          <a:chOff x="0" y="0"/>
          <a:chExt cx="0" cy="0"/>
        </a:xfrm>
      </p:grpSpPr>
      <p:sp>
        <p:nvSpPr>
          <p:cNvPr id="3" name="Espace réservé d’image 2">
            <a:extLst>
              <a:ext uri="{FF2B5EF4-FFF2-40B4-BE49-F238E27FC236}">
                <a16:creationId xmlns:a16="http://schemas.microsoft.com/office/drawing/2014/main" id="{79842E67-35F4-4EC2-B5B4-6D02111EDAD7}"/>
              </a:ext>
            </a:extLst>
          </p:cNvPr>
          <p:cNvSpPr>
            <a:spLocks noGrp="1"/>
          </p:cNvSpPr>
          <p:nvPr>
            <p:ph type="pic" idx="1" hasCustomPrompt="1"/>
          </p:nvPr>
        </p:nvSpPr>
        <p:spPr>
          <a:xfrm>
            <a:off x="441959"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10" name="Espace réservé d’image 2">
            <a:extLst>
              <a:ext uri="{FF2B5EF4-FFF2-40B4-BE49-F238E27FC236}">
                <a16:creationId xmlns:a16="http://schemas.microsoft.com/office/drawing/2014/main" id="{6553049D-F1F2-4E3C-B0A3-D2BCB35B18A8}"/>
              </a:ext>
            </a:extLst>
          </p:cNvPr>
          <p:cNvSpPr>
            <a:spLocks noGrp="1"/>
          </p:cNvSpPr>
          <p:nvPr>
            <p:ph type="pic" idx="13" hasCustomPrompt="1"/>
          </p:nvPr>
        </p:nvSpPr>
        <p:spPr>
          <a:xfrm>
            <a:off x="8047164"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2" name="Titre 1">
            <a:extLst>
              <a:ext uri="{FF2B5EF4-FFF2-40B4-BE49-F238E27FC236}">
                <a16:creationId xmlns:a16="http://schemas.microsoft.com/office/drawing/2014/main" id="{1791EB1F-E7C6-4FF7-BE74-BEF6056BACE4}"/>
              </a:ext>
            </a:extLst>
          </p:cNvPr>
          <p:cNvSpPr>
            <a:spLocks noGrp="1"/>
          </p:cNvSpPr>
          <p:nvPr>
            <p:ph type="title"/>
          </p:nvPr>
        </p:nvSpPr>
        <p:spPr>
          <a:xfrm>
            <a:off x="4144457" y="457200"/>
            <a:ext cx="3790884" cy="1600200"/>
          </a:xfrm>
        </p:spPr>
        <p:txBody>
          <a:bodyPr rtlCol="0" anchor="b">
            <a:normAutofit/>
          </a:bodyPr>
          <a:lstStyle>
            <a:lvl1pPr>
              <a:defRPr sz="2800">
                <a:solidFill>
                  <a:schemeClr val="accent1">
                    <a:lumMod val="75000"/>
                  </a:schemeClr>
                </a:solidFill>
              </a:defRPr>
            </a:lvl1pPr>
          </a:lstStyle>
          <a:p>
            <a:pPr rtl="0"/>
            <a:r>
              <a:rPr lang="fr-FR" noProof="0"/>
              <a:t>Modifiez le style du titre</a:t>
            </a:r>
          </a:p>
        </p:txBody>
      </p:sp>
      <p:sp>
        <p:nvSpPr>
          <p:cNvPr id="5" name="Espace réservé de la date 4">
            <a:extLst>
              <a:ext uri="{FF2B5EF4-FFF2-40B4-BE49-F238E27FC236}">
                <a16:creationId xmlns:a16="http://schemas.microsoft.com/office/drawing/2014/main" id="{506B7143-9C17-4A62-9B23-F2717C500886}"/>
              </a:ext>
            </a:extLst>
          </p:cNvPr>
          <p:cNvSpPr>
            <a:spLocks noGrp="1"/>
          </p:cNvSpPr>
          <p:nvPr>
            <p:ph type="dt" sz="half" idx="10"/>
          </p:nvPr>
        </p:nvSpPr>
        <p:spPr>
          <a:xfrm>
            <a:off x="7605951" y="6423914"/>
            <a:ext cx="2844799" cy="365125"/>
          </a:xfrm>
        </p:spPr>
        <p:txBody>
          <a:bodyPr rtlCol="0"/>
          <a:lstStyle/>
          <a:p>
            <a:pPr rtl="0"/>
            <a:fld id="{E879CDAD-8D41-4C0B-BEC6-E7AD85F0C576}" type="datetime1">
              <a:rPr lang="fr-FR" noProof="0" smtClean="0"/>
              <a:t>02/04/2026</a:t>
            </a:fld>
            <a:endParaRPr lang="fr-FR" noProof="0"/>
          </a:p>
        </p:txBody>
      </p:sp>
      <p:sp>
        <p:nvSpPr>
          <p:cNvPr id="7" name="Espace réservé du numéro de diapositive 6">
            <a:extLst>
              <a:ext uri="{FF2B5EF4-FFF2-40B4-BE49-F238E27FC236}">
                <a16:creationId xmlns:a16="http://schemas.microsoft.com/office/drawing/2014/main" id="{7DD0075C-AB97-4D80-BF0E-6D96D0A8F963}"/>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11" name="Espace réservé du contenu 8">
            <a:extLst>
              <a:ext uri="{FF2B5EF4-FFF2-40B4-BE49-F238E27FC236}">
                <a16:creationId xmlns:a16="http://schemas.microsoft.com/office/drawing/2014/main" id="{8C645043-BE6A-4D32-ACA9-AB593DA6BC9F}"/>
              </a:ext>
            </a:extLst>
          </p:cNvPr>
          <p:cNvSpPr>
            <a:spLocks noGrp="1"/>
          </p:cNvSpPr>
          <p:nvPr>
            <p:ph sz="quarter" idx="14" hasCustomPrompt="1"/>
          </p:nvPr>
        </p:nvSpPr>
        <p:spPr>
          <a:xfrm>
            <a:off x="4144457" y="2057400"/>
            <a:ext cx="3791456" cy="3862388"/>
          </a:xfrm>
        </p:spPr>
        <p:txBody>
          <a:bodyPr rtlCol="0"/>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12" name="Espace réservé du pied de page 5">
            <a:extLst>
              <a:ext uri="{FF2B5EF4-FFF2-40B4-BE49-F238E27FC236}">
                <a16:creationId xmlns:a16="http://schemas.microsoft.com/office/drawing/2014/main" id="{3D444C08-6A3A-4BFB-9494-43F3DE33E919}"/>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Tree>
    <p:extLst>
      <p:ext uri="{BB962C8B-B14F-4D97-AF65-F5344CB8AC3E}">
        <p14:creationId xmlns:p14="http://schemas.microsoft.com/office/powerpoint/2010/main" val="1445521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ux images avec légende_2">
    <p:spTree>
      <p:nvGrpSpPr>
        <p:cNvPr id="1" name=""/>
        <p:cNvGrpSpPr/>
        <p:nvPr/>
      </p:nvGrpSpPr>
      <p:grpSpPr>
        <a:xfrm>
          <a:off x="0" y="0"/>
          <a:ext cx="0" cy="0"/>
          <a:chOff x="0" y="0"/>
          <a:chExt cx="0" cy="0"/>
        </a:xfrm>
      </p:grpSpPr>
      <p:sp>
        <p:nvSpPr>
          <p:cNvPr id="3" name="Espace réservé d’image 2">
            <a:extLst>
              <a:ext uri="{FF2B5EF4-FFF2-40B4-BE49-F238E27FC236}">
                <a16:creationId xmlns:a16="http://schemas.microsoft.com/office/drawing/2014/main" id="{79842E67-35F4-4EC2-B5B4-6D02111EDAD7}"/>
              </a:ext>
            </a:extLst>
          </p:cNvPr>
          <p:cNvSpPr>
            <a:spLocks noGrp="1"/>
          </p:cNvSpPr>
          <p:nvPr>
            <p:ph type="pic" idx="1" hasCustomPrompt="1"/>
          </p:nvPr>
        </p:nvSpPr>
        <p:spPr>
          <a:xfrm>
            <a:off x="441959"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10" name="Espace réservé d’image 2">
            <a:extLst>
              <a:ext uri="{FF2B5EF4-FFF2-40B4-BE49-F238E27FC236}">
                <a16:creationId xmlns:a16="http://schemas.microsoft.com/office/drawing/2014/main" id="{6553049D-F1F2-4E3C-B0A3-D2BCB35B18A8}"/>
              </a:ext>
            </a:extLst>
          </p:cNvPr>
          <p:cNvSpPr>
            <a:spLocks noGrp="1"/>
          </p:cNvSpPr>
          <p:nvPr>
            <p:ph type="pic" idx="13" hasCustomPrompt="1"/>
          </p:nvPr>
        </p:nvSpPr>
        <p:spPr>
          <a:xfrm>
            <a:off x="4244562"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2" name="Titre 1">
            <a:extLst>
              <a:ext uri="{FF2B5EF4-FFF2-40B4-BE49-F238E27FC236}">
                <a16:creationId xmlns:a16="http://schemas.microsoft.com/office/drawing/2014/main" id="{1791EB1F-E7C6-4FF7-BE74-BEF6056BACE4}"/>
              </a:ext>
            </a:extLst>
          </p:cNvPr>
          <p:cNvSpPr>
            <a:spLocks noGrp="1"/>
          </p:cNvSpPr>
          <p:nvPr>
            <p:ph type="title"/>
          </p:nvPr>
        </p:nvSpPr>
        <p:spPr>
          <a:xfrm>
            <a:off x="8355530" y="457200"/>
            <a:ext cx="3577394" cy="1600200"/>
          </a:xfrm>
        </p:spPr>
        <p:txBody>
          <a:bodyPr rtlCol="0" anchor="b">
            <a:normAutofit/>
          </a:bodyPr>
          <a:lstStyle>
            <a:lvl1pPr>
              <a:defRPr sz="2800">
                <a:solidFill>
                  <a:schemeClr val="accent1">
                    <a:lumMod val="75000"/>
                  </a:schemeClr>
                </a:solidFill>
              </a:defRPr>
            </a:lvl1pPr>
          </a:lstStyle>
          <a:p>
            <a:pPr rtl="0"/>
            <a:r>
              <a:rPr lang="fr-FR" noProof="0"/>
              <a:t>Modifiez le style du titre</a:t>
            </a:r>
          </a:p>
        </p:txBody>
      </p:sp>
      <p:sp>
        <p:nvSpPr>
          <p:cNvPr id="5" name="Espace réservé de la date 4">
            <a:extLst>
              <a:ext uri="{FF2B5EF4-FFF2-40B4-BE49-F238E27FC236}">
                <a16:creationId xmlns:a16="http://schemas.microsoft.com/office/drawing/2014/main" id="{506B7143-9C17-4A62-9B23-F2717C500886}"/>
              </a:ext>
            </a:extLst>
          </p:cNvPr>
          <p:cNvSpPr>
            <a:spLocks noGrp="1"/>
          </p:cNvSpPr>
          <p:nvPr>
            <p:ph type="dt" sz="half" idx="10"/>
          </p:nvPr>
        </p:nvSpPr>
        <p:spPr>
          <a:xfrm>
            <a:off x="7605951" y="6423914"/>
            <a:ext cx="2844799" cy="365125"/>
          </a:xfrm>
        </p:spPr>
        <p:txBody>
          <a:bodyPr rtlCol="0"/>
          <a:lstStyle/>
          <a:p>
            <a:pPr rtl="0"/>
            <a:fld id="{496BCAE8-87B7-4B7D-B091-A30D1F359E30}" type="datetime1">
              <a:rPr lang="fr-FR" noProof="0" smtClean="0"/>
              <a:t>02/04/2026</a:t>
            </a:fld>
            <a:endParaRPr lang="fr-FR" noProof="0"/>
          </a:p>
        </p:txBody>
      </p:sp>
      <p:sp>
        <p:nvSpPr>
          <p:cNvPr id="7" name="Espace réservé du numéro de diapositive 6">
            <a:extLst>
              <a:ext uri="{FF2B5EF4-FFF2-40B4-BE49-F238E27FC236}">
                <a16:creationId xmlns:a16="http://schemas.microsoft.com/office/drawing/2014/main" id="{7DD0075C-AB97-4D80-BF0E-6D96D0A8F963}"/>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11" name="Espace réservé du contenu 8">
            <a:extLst>
              <a:ext uri="{FF2B5EF4-FFF2-40B4-BE49-F238E27FC236}">
                <a16:creationId xmlns:a16="http://schemas.microsoft.com/office/drawing/2014/main" id="{8C645043-BE6A-4D32-ACA9-AB593DA6BC9F}"/>
              </a:ext>
            </a:extLst>
          </p:cNvPr>
          <p:cNvSpPr>
            <a:spLocks noGrp="1"/>
          </p:cNvSpPr>
          <p:nvPr>
            <p:ph sz="quarter" idx="14" hasCustomPrompt="1"/>
          </p:nvPr>
        </p:nvSpPr>
        <p:spPr>
          <a:xfrm>
            <a:off x="8355530" y="2057400"/>
            <a:ext cx="3577934" cy="3862388"/>
          </a:xfrm>
        </p:spPr>
        <p:txBody>
          <a:bodyPr rtlCol="0"/>
          <a:lstStyle>
            <a:lvl1pPr marL="0" indent="0">
              <a:lnSpc>
                <a:spcPct val="90000"/>
              </a:lnSpc>
              <a:buNone/>
              <a:defRPr lang="ru-RU" sz="1600" kern="1200" dirty="0">
                <a:solidFill>
                  <a:schemeClr val="tx1">
                    <a:lumMod val="75000"/>
                    <a:lumOff val="25000"/>
                  </a:schemeClr>
                </a:solidFill>
                <a:latin typeface="+mn-lt"/>
                <a:ea typeface="+mn-ea"/>
                <a:cs typeface="+mn-cs"/>
              </a:defRPr>
            </a:lvl1pPr>
            <a:lvl2pPr marL="306000" indent="-306000">
              <a:defRPr/>
            </a:lvl2pPr>
            <a:lvl3pPr marL="306000" indent="-306000">
              <a:defRPr/>
            </a:lvl3pPr>
            <a:lvl4pPr marL="306000" indent="-306000">
              <a:defRPr/>
            </a:lvl4pPr>
            <a:lvl5pPr marL="306000" indent="-306000">
              <a:defRPr/>
            </a:lvl5pPr>
          </a:lstStyle>
          <a:p>
            <a:pPr marL="216000" lvl="0" indent="-216000" algn="l" defTabSz="457200" rtl="0" eaLnBrk="1" latinLnBrk="0" hangingPunct="1">
              <a:spcBef>
                <a:spcPct val="20000"/>
              </a:spcBef>
              <a:spcAft>
                <a:spcPts val="600"/>
              </a:spcAft>
              <a:buClr>
                <a:schemeClr val="accent1"/>
              </a:buClr>
              <a:buSzPct val="92000"/>
              <a:buFont typeface="Wingdings" panose="05000000000000000000" pitchFamily="2" charset="2"/>
              <a:buChar char="§"/>
            </a:pPr>
            <a:r>
              <a:rPr lang="fr-FR" noProof="0" dirty="0"/>
              <a:t>Modifiez les styles du texte du masque</a:t>
            </a:r>
          </a:p>
          <a:p>
            <a:pPr marL="216000" lvl="1" indent="-216000" algn="l" defTabSz="457200" rtl="0" eaLnBrk="1" latinLnBrk="0" hangingPunct="1">
              <a:spcBef>
                <a:spcPct val="20000"/>
              </a:spcBef>
              <a:spcAft>
                <a:spcPts val="600"/>
              </a:spcAft>
              <a:buClr>
                <a:schemeClr val="accent1"/>
              </a:buClr>
              <a:buSzPct val="92000"/>
              <a:buFont typeface="Wingdings" panose="05000000000000000000" pitchFamily="2" charset="2"/>
              <a:buChar char="§"/>
            </a:pPr>
            <a:r>
              <a:rPr lang="fr-FR" noProof="0" dirty="0"/>
              <a:t>Deuxième niveau</a:t>
            </a:r>
          </a:p>
        </p:txBody>
      </p:sp>
      <p:sp>
        <p:nvSpPr>
          <p:cNvPr id="9" name="Espace réservé du pied de page 5">
            <a:extLst>
              <a:ext uri="{FF2B5EF4-FFF2-40B4-BE49-F238E27FC236}">
                <a16:creationId xmlns:a16="http://schemas.microsoft.com/office/drawing/2014/main" id="{FE695AAC-8311-4518-A219-DE58BF92AEA9}"/>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Tree>
    <p:extLst>
      <p:ext uri="{BB962C8B-B14F-4D97-AF65-F5344CB8AC3E}">
        <p14:creationId xmlns:p14="http://schemas.microsoft.com/office/powerpoint/2010/main" val="9179567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picTx" preserve="1">
  <p:cSld name="Image avec légende_1">
    <p:spTree>
      <p:nvGrpSpPr>
        <p:cNvPr id="1" name=""/>
        <p:cNvGrpSpPr/>
        <p:nvPr/>
      </p:nvGrpSpPr>
      <p:grpSpPr>
        <a:xfrm>
          <a:off x="0" y="0"/>
          <a:ext cx="0" cy="0"/>
          <a:chOff x="0" y="0"/>
          <a:chExt cx="0" cy="0"/>
        </a:xfrm>
      </p:grpSpPr>
      <p:sp>
        <p:nvSpPr>
          <p:cNvPr id="4" name="Espace réservé du texte 3"/>
          <p:cNvSpPr>
            <a:spLocks noGrp="1"/>
          </p:cNvSpPr>
          <p:nvPr>
            <p:ph type="body" sz="half" idx="2" hasCustomPrompt="1"/>
          </p:nvPr>
        </p:nvSpPr>
        <p:spPr>
          <a:xfrm>
            <a:off x="8119868" y="5356067"/>
            <a:ext cx="3625595" cy="1000782"/>
          </a:xfrm>
          <a:solidFill>
            <a:srgbClr val="465359"/>
          </a:solidFill>
        </p:spPr>
        <p:txBody>
          <a:bodyPr lIns="91440" tIns="0" rIns="91440" bIns="0" rtlCol="0">
            <a:normAutofit/>
          </a:bodyPr>
          <a:lstStyle>
            <a:lvl1pPr marL="0" indent="0" algn="ctr">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dirty="0"/>
              <a:t>Modifiez les styles du texte du masque</a:t>
            </a:r>
          </a:p>
        </p:txBody>
      </p:sp>
      <p:sp>
        <p:nvSpPr>
          <p:cNvPr id="2" name="Titre 1"/>
          <p:cNvSpPr>
            <a:spLocks noGrp="1"/>
          </p:cNvSpPr>
          <p:nvPr>
            <p:ph type="title"/>
          </p:nvPr>
        </p:nvSpPr>
        <p:spPr>
          <a:xfrm>
            <a:off x="8119869" y="453642"/>
            <a:ext cx="3625595" cy="4826023"/>
          </a:xfrm>
          <a:solidFill>
            <a:schemeClr val="accent1"/>
          </a:solidFill>
        </p:spPr>
        <p:txBody>
          <a:bodyPr tIns="0" bIns="0" rtlCol="0" anchor="ctr" anchorCtr="0">
            <a:noAutofit/>
          </a:bodyPr>
          <a:lstStyle>
            <a:lvl1pPr algn="ctr">
              <a:defRPr sz="3600" b="0">
                <a:solidFill>
                  <a:srgbClr val="FFFFFF"/>
                </a:solidFill>
              </a:defRPr>
            </a:lvl1pPr>
          </a:lstStyle>
          <a:p>
            <a:pPr rtl="0"/>
            <a:r>
              <a:rPr lang="fr-FR" noProof="0"/>
              <a:t>Modifiez le style du titre</a:t>
            </a:r>
          </a:p>
        </p:txBody>
      </p:sp>
      <p:sp>
        <p:nvSpPr>
          <p:cNvPr id="3" name="Espace réservé d’image 2"/>
          <p:cNvSpPr>
            <a:spLocks noGrp="1" noChangeAspect="1"/>
          </p:cNvSpPr>
          <p:nvPr>
            <p:ph type="pic" idx="1" hasCustomPrompt="1"/>
          </p:nvPr>
        </p:nvSpPr>
        <p:spPr>
          <a:xfrm>
            <a:off x="439766" y="453642"/>
            <a:ext cx="7602421" cy="5903207"/>
          </a:xfrm>
          <a:solidFill>
            <a:schemeClr val="bg1">
              <a:lumMod val="85000"/>
            </a:schemeClr>
          </a:solidFill>
        </p:spPr>
        <p:txBody>
          <a:bodyPr lIns="457200" tIns="457200" rtlCol="0" anchor="ctr" anchorCtr="0"/>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5" name="Espace réservé de la date 4"/>
          <p:cNvSpPr>
            <a:spLocks noGrp="1"/>
          </p:cNvSpPr>
          <p:nvPr>
            <p:ph type="dt" sz="half" idx="10"/>
          </p:nvPr>
        </p:nvSpPr>
        <p:spPr>
          <a:xfrm>
            <a:off x="7605951" y="6423914"/>
            <a:ext cx="2844799" cy="365125"/>
          </a:xfrm>
        </p:spPr>
        <p:txBody>
          <a:bodyPr rtlCol="0"/>
          <a:lstStyle>
            <a:lvl1pPr>
              <a:defRPr/>
            </a:lvl1pPr>
          </a:lstStyle>
          <a:p>
            <a:pPr rtl="0"/>
            <a:fld id="{881BE179-DEB2-41C9-A87E-012663F66353}" type="datetime1">
              <a:rPr lang="fr-FR" noProof="0" smtClean="0"/>
              <a:t>02/04/2026</a:t>
            </a:fld>
            <a:endParaRPr lang="fr-FR" noProof="0"/>
          </a:p>
        </p:txBody>
      </p:sp>
      <p:sp>
        <p:nvSpPr>
          <p:cNvPr id="6" name="Espace réservé du pied de page 5"/>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7" name="Espace réservé du numéro de diapositive 6"/>
          <p:cNvSpPr>
            <a:spLocks noGrp="1"/>
          </p:cNvSpPr>
          <p:nvPr>
            <p:ph type="sldNum" sz="quarter" idx="12"/>
          </p:nvPr>
        </p:nvSpPr>
        <p:spPr>
          <a:xfrm>
            <a:off x="10795363" y="6423914"/>
            <a:ext cx="1052510" cy="365125"/>
          </a:xfrm>
        </p:spPr>
        <p:txBody>
          <a:bodyPr rtlCol="0"/>
          <a:lstStyle/>
          <a:p>
            <a:pPr rtl="0"/>
            <a:fld id="{3A98EE3D-8CD1-4C3F-BD1C-C98C9596463C}" type="slidenum">
              <a:rPr lang="fr-FR" noProof="0" smtClean="0"/>
              <a:t>‹N°›</a:t>
            </a:fld>
            <a:endParaRPr lang="fr-FR" noProof="0"/>
          </a:p>
        </p:txBody>
      </p:sp>
    </p:spTree>
    <p:extLst>
      <p:ext uri="{BB962C8B-B14F-4D97-AF65-F5344CB8AC3E}">
        <p14:creationId xmlns:p14="http://schemas.microsoft.com/office/powerpoint/2010/main" val="1617903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 avec légende_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1F13A5-61B9-419A-9B13-8BD37BE2841E}"/>
              </a:ext>
            </a:extLst>
          </p:cNvPr>
          <p:cNvSpPr/>
          <p:nvPr userDrawn="1"/>
        </p:nvSpPr>
        <p:spPr>
          <a:xfrm>
            <a:off x="446532" y="4199467"/>
            <a:ext cx="11296732" cy="2191098"/>
          </a:xfrm>
          <a:prstGeom prst="rect">
            <a:avLst/>
          </a:prstGeom>
          <a:solidFill>
            <a:srgbClr val="4653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8" name="Titre 1">
            <a:extLst>
              <a:ext uri="{FF2B5EF4-FFF2-40B4-BE49-F238E27FC236}">
                <a16:creationId xmlns:a16="http://schemas.microsoft.com/office/drawing/2014/main" id="{12206A44-565D-4C18-8891-86387B90115A}"/>
              </a:ext>
            </a:extLst>
          </p:cNvPr>
          <p:cNvSpPr>
            <a:spLocks noGrp="1"/>
          </p:cNvSpPr>
          <p:nvPr>
            <p:ph type="title"/>
          </p:nvPr>
        </p:nvSpPr>
        <p:spPr>
          <a:xfrm>
            <a:off x="1059226" y="4262316"/>
            <a:ext cx="9391524" cy="988332"/>
          </a:xfrm>
        </p:spPr>
        <p:txBody>
          <a:bodyPr rtlCol="0">
            <a:normAutofit/>
          </a:bodyPr>
          <a:lstStyle>
            <a:lvl1pPr>
              <a:defRPr sz="3600">
                <a:solidFill>
                  <a:schemeClr val="bg1"/>
                </a:solidFill>
              </a:defRPr>
            </a:lvl1pPr>
          </a:lstStyle>
          <a:p>
            <a:pPr rtl="0"/>
            <a:r>
              <a:rPr lang="fr-FR" noProof="0"/>
              <a:t>Modifiez le style du titre</a:t>
            </a:r>
          </a:p>
        </p:txBody>
      </p:sp>
      <p:sp>
        <p:nvSpPr>
          <p:cNvPr id="4" name="Espace réservé d’image 3">
            <a:extLst>
              <a:ext uri="{FF2B5EF4-FFF2-40B4-BE49-F238E27FC236}">
                <a16:creationId xmlns:a16="http://schemas.microsoft.com/office/drawing/2014/main" id="{5B084B74-38B3-42C8-B8E4-A0D13B059E92}"/>
              </a:ext>
            </a:extLst>
          </p:cNvPr>
          <p:cNvSpPr>
            <a:spLocks noGrp="1"/>
          </p:cNvSpPr>
          <p:nvPr>
            <p:ph type="pic" sz="quarter" idx="13" hasCustomPrompt="1"/>
          </p:nvPr>
        </p:nvSpPr>
        <p:spPr>
          <a:xfrm>
            <a:off x="441325" y="606425"/>
            <a:ext cx="11304588" cy="3536950"/>
          </a:xfrm>
        </p:spPr>
        <p:txBody>
          <a:bodyPr rtlCol="0"/>
          <a:lstStyle>
            <a:lvl1pPr marL="0" indent="0" algn="ctr">
              <a:buNone/>
              <a:defRPr/>
            </a:lvl1pPr>
          </a:lstStyle>
          <a:p>
            <a:pPr rtl="0"/>
            <a:r>
              <a:rPr lang="fr-FR" noProof="0" dirty="0"/>
              <a:t>Cliquez sur l’icône pour ajouter une image</a:t>
            </a:r>
          </a:p>
        </p:txBody>
      </p:sp>
      <p:sp>
        <p:nvSpPr>
          <p:cNvPr id="3" name="Espace réservé de la date 2">
            <a:extLst>
              <a:ext uri="{FF2B5EF4-FFF2-40B4-BE49-F238E27FC236}">
                <a16:creationId xmlns:a16="http://schemas.microsoft.com/office/drawing/2014/main" id="{75F22525-79A2-451F-9944-47D4183A4515}"/>
              </a:ext>
            </a:extLst>
          </p:cNvPr>
          <p:cNvSpPr>
            <a:spLocks noGrp="1"/>
          </p:cNvSpPr>
          <p:nvPr>
            <p:ph type="dt" sz="half" idx="10"/>
          </p:nvPr>
        </p:nvSpPr>
        <p:spPr>
          <a:xfrm>
            <a:off x="7605951" y="6423914"/>
            <a:ext cx="2844799" cy="365125"/>
          </a:xfrm>
        </p:spPr>
        <p:txBody>
          <a:bodyPr rtlCol="0"/>
          <a:lstStyle/>
          <a:p>
            <a:pPr rtl="0"/>
            <a:fld id="{F1CAFE3F-4362-4702-909F-2F4B77174540}" type="datetime1">
              <a:rPr lang="fr-FR" noProof="0" smtClean="0"/>
              <a:t>02/04/2026</a:t>
            </a:fld>
            <a:endParaRPr lang="fr-FR" noProof="0"/>
          </a:p>
        </p:txBody>
      </p:sp>
      <p:sp>
        <p:nvSpPr>
          <p:cNvPr id="5" name="Espace réservé du numéro de diapositive 4">
            <a:extLst>
              <a:ext uri="{FF2B5EF4-FFF2-40B4-BE49-F238E27FC236}">
                <a16:creationId xmlns:a16="http://schemas.microsoft.com/office/drawing/2014/main" id="{8B9B8C25-AF44-4D9D-A667-69D9A92B1C59}"/>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6" name="Espace réservé du pied de page 5">
            <a:extLst>
              <a:ext uri="{FF2B5EF4-FFF2-40B4-BE49-F238E27FC236}">
                <a16:creationId xmlns:a16="http://schemas.microsoft.com/office/drawing/2014/main" id="{EFF54790-C8AC-4CF8-8E89-80C5C90F3A17}"/>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7" name="Espace réservé du texte 6">
            <a:extLst>
              <a:ext uri="{FF2B5EF4-FFF2-40B4-BE49-F238E27FC236}">
                <a16:creationId xmlns:a16="http://schemas.microsoft.com/office/drawing/2014/main" id="{85EB5327-3B98-4D40-987B-863866194FFC}"/>
              </a:ext>
            </a:extLst>
          </p:cNvPr>
          <p:cNvSpPr>
            <a:spLocks noGrp="1"/>
          </p:cNvSpPr>
          <p:nvPr>
            <p:ph type="body" sz="quarter" idx="14" hasCustomPrompt="1"/>
          </p:nvPr>
        </p:nvSpPr>
        <p:spPr>
          <a:xfrm>
            <a:off x="1058863" y="5303610"/>
            <a:ext cx="9391888" cy="614363"/>
          </a:xfrm>
        </p:spPr>
        <p:txBody>
          <a:bodyPr rtlCol="0">
            <a:normAutofit/>
          </a:bodyPr>
          <a:lstStyle>
            <a:lvl1pPr marL="0" indent="0">
              <a:buNone/>
              <a:defRPr sz="1600">
                <a:solidFill>
                  <a:schemeClr val="bg2">
                    <a:lumMod val="75000"/>
                  </a:schemeClr>
                </a:solidFill>
              </a:defRPr>
            </a:lvl1pPr>
            <a:lvl2pPr marL="324000" indent="0">
              <a:buNone/>
              <a:defRPr/>
            </a:lvl2pPr>
          </a:lstStyle>
          <a:p>
            <a:pPr lvl="0" rtl="0"/>
            <a:r>
              <a:rPr lang="fr-FR" noProof="0" dirty="0"/>
              <a:t>Modifiez les styles du texte du masque</a:t>
            </a:r>
          </a:p>
        </p:txBody>
      </p:sp>
    </p:spTree>
    <p:extLst>
      <p:ext uri="{BB962C8B-B14F-4D97-AF65-F5344CB8AC3E}">
        <p14:creationId xmlns:p14="http://schemas.microsoft.com/office/powerpoint/2010/main" val="2130529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fr-FR" noProof="0"/>
              <a:t>Modifiez le style du titre</a:t>
            </a:r>
          </a:p>
        </p:txBody>
      </p:sp>
      <p:sp>
        <p:nvSpPr>
          <p:cNvPr id="3" name="Espace réservé du texte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4" name="Espace réservé de la date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accent1"/>
                </a:solidFill>
              </a:defRPr>
            </a:lvl1pPr>
          </a:lstStyle>
          <a:p>
            <a:pPr rtl="0"/>
            <a:fld id="{0FB1F19F-DD2C-4E57-9111-8B94421B8BFA}" type="datetime1">
              <a:rPr lang="fr-FR" noProof="0" smtClean="0"/>
              <a:t>02/04/2026</a:t>
            </a:fld>
            <a:endParaRPr lang="fr-FR" noProof="0"/>
          </a:p>
        </p:txBody>
      </p:sp>
      <p:sp>
        <p:nvSpPr>
          <p:cNvPr id="5" name="Espace réservé du pied de page 4"/>
          <p:cNvSpPr>
            <a:spLocks noGrp="1"/>
          </p:cNvSpPr>
          <p:nvPr>
            <p:ph type="ftr" sz="quarter" idx="3"/>
          </p:nvPr>
        </p:nvSpPr>
        <p:spPr>
          <a:xfrm>
            <a:off x="484940" y="6423914"/>
            <a:ext cx="6917210" cy="365125"/>
          </a:xfrm>
          <a:prstGeom prst="rect">
            <a:avLst/>
          </a:prstGeom>
        </p:spPr>
        <p:txBody>
          <a:bodyPr vert="horz" lIns="91440" tIns="45720" rIns="91440" bIns="45720" rtlCol="0" anchor="ctr"/>
          <a:lstStyle>
            <a:lvl1pPr algn="l">
              <a:defRPr sz="900" cap="all">
                <a:solidFill>
                  <a:schemeClr val="accent1"/>
                </a:solidFill>
              </a:defRPr>
            </a:lvl1pPr>
          </a:lstStyle>
          <a:p>
            <a:pPr rtl="0"/>
            <a:r>
              <a:rPr lang="fr-FR" noProof="0"/>
              <a:t>Guillaume FOVEAU 2026</a:t>
            </a:r>
          </a:p>
        </p:txBody>
      </p:sp>
      <p:sp>
        <p:nvSpPr>
          <p:cNvPr id="6" name="Espace réservé du numéro de diapositive 5"/>
          <p:cNvSpPr>
            <a:spLocks noGrp="1"/>
          </p:cNvSpPr>
          <p:nvPr>
            <p:ph type="sldNum" sz="quarter" idx="4"/>
          </p:nvPr>
        </p:nvSpPr>
        <p:spPr>
          <a:xfrm>
            <a:off x="10795363" y="6423914"/>
            <a:ext cx="1052510" cy="365125"/>
          </a:xfrm>
          <a:prstGeom prst="rect">
            <a:avLst/>
          </a:prstGeom>
        </p:spPr>
        <p:txBody>
          <a:bodyPr vert="horz" lIns="91440" tIns="45720" rIns="91440" bIns="45720" rtlCol="0" anchor="ctr"/>
          <a:lstStyle>
            <a:lvl1pPr algn="r">
              <a:defRPr sz="900">
                <a:solidFill>
                  <a:schemeClr val="accent1"/>
                </a:solidFill>
              </a:defRPr>
            </a:lvl1pPr>
          </a:lstStyle>
          <a:p>
            <a:pPr rtl="0"/>
            <a:fld id="{3A98EE3D-8CD1-4C3F-BD1C-C98C9596463C}" type="slidenum">
              <a:rPr lang="fr-FR" noProof="0" smtClean="0"/>
              <a:pPr/>
              <a:t>‹N°›</a:t>
            </a:fld>
            <a:endParaRPr lang="fr-FR" noProof="0"/>
          </a:p>
        </p:txBody>
      </p:sp>
      <p:sp>
        <p:nvSpPr>
          <p:cNvPr id="9" name="Rectangle 8"/>
          <p:cNvSpPr/>
          <p:nvPr/>
        </p:nvSpPr>
        <p:spPr>
          <a:xfrm>
            <a:off x="446534" y="455422"/>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 name="Rectangle 9"/>
          <p:cNvSpPr/>
          <p:nvPr/>
        </p:nvSpPr>
        <p:spPr>
          <a:xfrm>
            <a:off x="8042147" y="456120"/>
            <a:ext cx="3703320" cy="93600"/>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p:cNvSpPr/>
          <p:nvPr/>
        </p:nvSpPr>
        <p:spPr>
          <a:xfrm>
            <a:off x="4241830" y="456120"/>
            <a:ext cx="3703320" cy="936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2093872371"/>
      </p:ext>
    </p:extLst>
  </p:cSld>
  <p:clrMap bg1="lt1" tx1="dk1" bg2="lt2" tx2="dk2" accent1="accent1" accent2="accent2" accent3="accent3" accent4="accent4" accent5="accent5" accent6="accent6" hlink="hlink" folHlink="folHlink"/>
  <p:sldLayoutIdLst>
    <p:sldLayoutId id="2147483714" r:id="rId1"/>
    <p:sldLayoutId id="2147483728" r:id="rId2"/>
    <p:sldLayoutId id="2147483743" r:id="rId3"/>
    <p:sldLayoutId id="2147483726" r:id="rId4"/>
    <p:sldLayoutId id="2147483734" r:id="rId5"/>
    <p:sldLayoutId id="2147483735" r:id="rId6"/>
    <p:sldLayoutId id="2147483736" r:id="rId7"/>
    <p:sldLayoutId id="2147483737" r:id="rId8"/>
    <p:sldLayoutId id="2147483738" r:id="rId9"/>
    <p:sldLayoutId id="2147483740" r:id="rId10"/>
    <p:sldLayoutId id="2147483741" r:id="rId11"/>
    <p:sldLayoutId id="2147483742" r:id="rId12"/>
    <p:sldLayoutId id="2147483739" r:id="rId13"/>
    <p:sldLayoutId id="2147483744" r:id="rId14"/>
  </p:sldLayoutIdLst>
  <p:hf hd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image" Target="../media/image2.jpg"/><Relationship Id="rId7" Type="http://schemas.openxmlformats.org/officeDocument/2006/relationships/hyperlink" Target="https://www.codingame.com/profile/def4aaacca4019fed540b4dc5858f7338695184" TargetMode="External"/><Relationship Id="rId12"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hyperlink" Target="https://www.ladamenoire.fr/index.php/internes/16-20mn/1676-20-t7-ga-2025-26" TargetMode="External"/><Relationship Id="rId10" Type="http://schemas.openxmlformats.org/officeDocument/2006/relationships/image" Target="../media/image7.svg"/><Relationship Id="rId4" Type="http://schemas.openxmlformats.org/officeDocument/2006/relationships/image" Target="../media/image3.pn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2D4960A-896E-4F6B-BF65-B4662AC9DE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prstClr val="white"/>
              </a:solidFill>
              <a:effectLst>
                <a:outerShdw blurRad="38100" dist="38100" dir="2700000" algn="tl">
                  <a:srgbClr val="000000">
                    <a:alpha val="43137"/>
                  </a:srgbClr>
                </a:outerShdw>
              </a:effectLst>
              <a:uLnTx/>
              <a:uFillTx/>
              <a:latin typeface="Gill Sans MT" panose="020B0502020104020203"/>
              <a:ea typeface="+mn-ea"/>
              <a:cs typeface="+mn-cs"/>
            </a:endParaRPr>
          </a:p>
        </p:txBody>
      </p:sp>
      <p:sp>
        <p:nvSpPr>
          <p:cNvPr id="20" name="Rectangle 19">
            <a:extLst>
              <a:ext uri="{FF2B5EF4-FFF2-40B4-BE49-F238E27FC236}">
                <a16:creationId xmlns:a16="http://schemas.microsoft.com/office/drawing/2014/main" id="{5684944A-8803-462C-84C5-4576C56A77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8119870" y="457199"/>
            <a:ext cx="3618827" cy="482246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2" name="Rectangle 21">
            <a:extLst>
              <a:ext uri="{FF2B5EF4-FFF2-40B4-BE49-F238E27FC236}">
                <a16:creationId xmlns:a16="http://schemas.microsoft.com/office/drawing/2014/main" id="{E07F3B49-8C20-42F5-831D-59306D05F6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8119870" y="5367338"/>
            <a:ext cx="3618828" cy="9895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re 1">
            <a:extLst>
              <a:ext uri="{FF2B5EF4-FFF2-40B4-BE49-F238E27FC236}">
                <a16:creationId xmlns:a16="http://schemas.microsoft.com/office/drawing/2014/main" id="{F3AA242D-B507-4381-A8CB-EFA346570379}"/>
              </a:ext>
            </a:extLst>
          </p:cNvPr>
          <p:cNvSpPr>
            <a:spLocks noGrp="1"/>
          </p:cNvSpPr>
          <p:nvPr>
            <p:ph type="ctrTitle"/>
          </p:nvPr>
        </p:nvSpPr>
        <p:spPr>
          <a:xfrm>
            <a:off x="8372723" y="850791"/>
            <a:ext cx="3202016" cy="4198288"/>
          </a:xfrm>
        </p:spPr>
        <p:txBody>
          <a:bodyPr rtlCol="0" anchor="ctr">
            <a:normAutofit/>
          </a:bodyPr>
          <a:lstStyle/>
          <a:p>
            <a:pPr rtl="0"/>
            <a:r>
              <a:rPr lang="fr-FR" dirty="0">
                <a:solidFill>
                  <a:srgbClr val="FFFFFF"/>
                </a:solidFill>
              </a:rPr>
              <a:t>Inf8-Techno WEB L3 MIAGE</a:t>
            </a:r>
            <a:br>
              <a:rPr lang="fr-FR" dirty="0">
                <a:solidFill>
                  <a:srgbClr val="FFFFFF"/>
                </a:solidFill>
              </a:rPr>
            </a:br>
            <a:r>
              <a:rPr lang="fr-FR" dirty="0">
                <a:solidFill>
                  <a:srgbClr val="FFFFFF"/>
                </a:solidFill>
              </a:rPr>
              <a:t>LA SORBONNE</a:t>
            </a:r>
            <a:r>
              <a:rPr lang="fr-FR" sz="3600" dirty="0">
                <a:solidFill>
                  <a:schemeClr val="tx2">
                    <a:lumMod val="25000"/>
                    <a:lumOff val="75000"/>
                    <a:alpha val="75000"/>
                  </a:schemeClr>
                </a:solidFill>
              </a:rPr>
              <a:t> </a:t>
            </a:r>
            <a:endParaRPr lang="fr-FR" dirty="0">
              <a:solidFill>
                <a:srgbClr val="FFFFFF"/>
              </a:solidFill>
            </a:endParaRPr>
          </a:p>
        </p:txBody>
      </p:sp>
      <p:sp>
        <p:nvSpPr>
          <p:cNvPr id="3" name="Sous-titre 2">
            <a:extLst>
              <a:ext uri="{FF2B5EF4-FFF2-40B4-BE49-F238E27FC236}">
                <a16:creationId xmlns:a16="http://schemas.microsoft.com/office/drawing/2014/main" id="{A4F4068D-37AE-4B7D-BC75-216B123A6C44}"/>
              </a:ext>
            </a:extLst>
          </p:cNvPr>
          <p:cNvSpPr>
            <a:spLocks noGrp="1"/>
          </p:cNvSpPr>
          <p:nvPr>
            <p:ph type="subTitle" idx="1"/>
          </p:nvPr>
        </p:nvSpPr>
        <p:spPr>
          <a:xfrm>
            <a:off x="8372723" y="5545331"/>
            <a:ext cx="3202016" cy="649222"/>
          </a:xfrm>
          <a:noFill/>
        </p:spPr>
        <p:txBody>
          <a:bodyPr rtlCol="0" anchor="ctr">
            <a:normAutofit/>
          </a:bodyPr>
          <a:lstStyle/>
          <a:p>
            <a:pPr rtl="0"/>
            <a:r>
              <a:rPr lang="fr-FR" sz="1800" dirty="0">
                <a:solidFill>
                  <a:schemeClr val="tx2">
                    <a:lumMod val="25000"/>
                    <a:lumOff val="75000"/>
                    <a:alpha val="75000"/>
                  </a:schemeClr>
                </a:solidFill>
              </a:rPr>
              <a:t>Guillaume FOVEAU</a:t>
            </a:r>
          </a:p>
        </p:txBody>
      </p:sp>
      <p:pic>
        <p:nvPicPr>
          <p:cNvPr id="4" name="Image 3" descr="personnes assemblées autour d'un plan">
            <a:extLst>
              <a:ext uri="{FF2B5EF4-FFF2-40B4-BE49-F238E27FC236}">
                <a16:creationId xmlns:a16="http://schemas.microsoft.com/office/drawing/2014/main" id="{424717DA-0300-4297-B453-65314C5BEA09}"/>
              </a:ext>
            </a:extLst>
          </p:cNvPr>
          <p:cNvPicPr>
            <a:picLocks noChangeAspect="1"/>
          </p:cNvPicPr>
          <p:nvPr/>
        </p:nvPicPr>
        <p:blipFill>
          <a:blip r:embed="rId3"/>
          <a:srcRect/>
          <a:stretch/>
        </p:blipFill>
        <p:spPr>
          <a:xfrm>
            <a:off x="453302" y="458611"/>
            <a:ext cx="7588885" cy="5894002"/>
          </a:xfrm>
          <a:prstGeom prst="rect">
            <a:avLst/>
          </a:prstGeom>
        </p:spPr>
      </p:pic>
    </p:spTree>
    <p:extLst>
      <p:ext uri="{BB962C8B-B14F-4D97-AF65-F5344CB8AC3E}">
        <p14:creationId xmlns:p14="http://schemas.microsoft.com/office/powerpoint/2010/main" val="4209711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 name="Rectangle 58">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1" name="Rectangle 60">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3" name="Rectangle 62">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5" name="Rectangle 64">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re 1">
            <a:extLst>
              <a:ext uri="{FF2B5EF4-FFF2-40B4-BE49-F238E27FC236}">
                <a16:creationId xmlns:a16="http://schemas.microsoft.com/office/drawing/2014/main" id="{87071E00-ABE1-44FD-92BD-2769C2C9C727}"/>
              </a:ext>
            </a:extLst>
          </p:cNvPr>
          <p:cNvSpPr>
            <a:spLocks noGrp="1"/>
          </p:cNvSpPr>
          <p:nvPr>
            <p:ph type="title"/>
          </p:nvPr>
        </p:nvSpPr>
        <p:spPr>
          <a:xfrm>
            <a:off x="513654" y="702156"/>
            <a:ext cx="3568661" cy="1188720"/>
          </a:xfrm>
        </p:spPr>
        <p:txBody>
          <a:bodyPr vert="horz" lIns="91440" tIns="45720" rIns="91440" bIns="45720" rtlCol="0" anchor="b">
            <a:normAutofit/>
          </a:bodyPr>
          <a:lstStyle/>
          <a:p>
            <a:pPr rtl="0"/>
            <a:r>
              <a:rPr lang="fr-FR" dirty="0">
                <a:solidFill>
                  <a:schemeClr val="accent1">
                    <a:lumMod val="75000"/>
                  </a:schemeClr>
                </a:solidFill>
              </a:rPr>
              <a:t>Guillaume FOVEAU</a:t>
            </a:r>
          </a:p>
        </p:txBody>
      </p:sp>
      <p:sp>
        <p:nvSpPr>
          <p:cNvPr id="67" name="Rectangle 66">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Espace réservé du contenu 2">
            <a:extLst>
              <a:ext uri="{FF2B5EF4-FFF2-40B4-BE49-F238E27FC236}">
                <a16:creationId xmlns:a16="http://schemas.microsoft.com/office/drawing/2014/main" id="{6A7BD30D-629F-49D4-AE04-2D99B365E4B8}"/>
              </a:ext>
            </a:extLst>
          </p:cNvPr>
          <p:cNvSpPr>
            <a:spLocks noGrp="1" noRot="1" noMove="1" noResize="1" noEditPoints="1" noAdjustHandles="1" noChangeArrowheads="1" noChangeShapeType="1"/>
          </p:cNvSpPr>
          <p:nvPr>
            <p:ph sz="half" idx="4294967295"/>
          </p:nvPr>
        </p:nvSpPr>
        <p:spPr>
          <a:xfrm>
            <a:off x="541282" y="1796715"/>
            <a:ext cx="3568661" cy="1996909"/>
          </a:xfrm>
        </p:spPr>
        <p:txBody>
          <a:bodyPr vert="horz" lIns="91440" tIns="45720" rIns="91440" bIns="45720" rtlCol="0" anchor="ctr">
            <a:normAutofit/>
          </a:bodyPr>
          <a:lstStyle/>
          <a:p>
            <a:pPr marL="216000" indent="-216000" rtl="0"/>
            <a:r>
              <a:rPr lang="fr-FR" sz="1600" dirty="0"/>
              <a:t>Architecte Solutions</a:t>
            </a:r>
          </a:p>
          <a:p>
            <a:pPr marL="216000" indent="-216000" rtl="0"/>
            <a:r>
              <a:rPr lang="fr-FR" sz="1600" dirty="0"/>
              <a:t>Animateur </a:t>
            </a:r>
            <a:r>
              <a:rPr lang="fr-FR" sz="1600" dirty="0" err="1"/>
              <a:t>Chapter</a:t>
            </a:r>
            <a:r>
              <a:rPr lang="fr-FR" sz="1600" dirty="0"/>
              <a:t> </a:t>
            </a:r>
            <a:r>
              <a:rPr lang="fr-FR" sz="1600" dirty="0" err="1"/>
              <a:t>Craftsmanship</a:t>
            </a:r>
            <a:endParaRPr lang="fr-FR" sz="1600" dirty="0"/>
          </a:p>
          <a:p>
            <a:pPr marL="216000" indent="-216000" rtl="0"/>
            <a:r>
              <a:rPr lang="fr-FR" sz="1600" dirty="0"/>
              <a:t>Green IT / Security Champion</a:t>
            </a:r>
          </a:p>
        </p:txBody>
      </p:sp>
      <p:pic>
        <p:nvPicPr>
          <p:cNvPr id="6" name="Espace réservé du contenu 5">
            <a:extLst>
              <a:ext uri="{FF2B5EF4-FFF2-40B4-BE49-F238E27FC236}">
                <a16:creationId xmlns:a16="http://schemas.microsoft.com/office/drawing/2014/main" id="{BF79C0FC-6A53-48FD-A2FB-DC1F7E6C6B69}"/>
              </a:ext>
            </a:extLst>
          </p:cNvPr>
          <p:cNvPicPr>
            <a:picLocks noGrp="1" noRot="1" noChangeAspect="1" noMove="1" noResize="1" noEditPoints="1" noAdjustHandles="1" noChangeArrowheads="1" noChangeShapeType="1" noCrop="1"/>
          </p:cNvPicPr>
          <p:nvPr>
            <p:ph sz="half" idx="4294967295"/>
          </p:nvPr>
        </p:nvPicPr>
        <p:blipFill>
          <a:blip r:embed="rId3"/>
          <a:srcRect/>
          <a:stretch/>
        </p:blipFill>
        <p:spPr>
          <a:xfrm>
            <a:off x="4656010" y="0"/>
            <a:ext cx="7534275" cy="6858000"/>
          </a:xfrm>
          <a:prstGeom prst="rect">
            <a:avLst/>
          </a:prstGeom>
        </p:spPr>
      </p:pic>
      <p:sp>
        <p:nvSpPr>
          <p:cNvPr id="7" name="Espace réservé du pied de page 6">
            <a:extLst>
              <a:ext uri="{FF2B5EF4-FFF2-40B4-BE49-F238E27FC236}">
                <a16:creationId xmlns:a16="http://schemas.microsoft.com/office/drawing/2014/main" id="{07D91225-790F-4C13-A8A5-F2C3F67C8055}"/>
              </a:ext>
            </a:extLst>
          </p:cNvPr>
          <p:cNvSpPr>
            <a:spLocks noGrp="1"/>
          </p:cNvSpPr>
          <p:nvPr>
            <p:ph type="ftr" sz="quarter" idx="11"/>
          </p:nvPr>
        </p:nvSpPr>
        <p:spPr/>
        <p:txBody>
          <a:bodyPr/>
          <a:lstStyle/>
          <a:p>
            <a:pPr algn="l" rtl="0"/>
            <a:r>
              <a:rPr lang="fr-FR"/>
              <a:t>Guillaume FOVEAU 2026</a:t>
            </a:r>
            <a:endParaRPr lang="fr" dirty="0"/>
          </a:p>
        </p:txBody>
      </p:sp>
      <p:sp>
        <p:nvSpPr>
          <p:cNvPr id="8" name="Espace réservé du numéro de diapositive 7">
            <a:extLst>
              <a:ext uri="{FF2B5EF4-FFF2-40B4-BE49-F238E27FC236}">
                <a16:creationId xmlns:a16="http://schemas.microsoft.com/office/drawing/2014/main" id="{315A15AC-D6F8-4815-95AC-BE31E2458FE3}"/>
              </a:ext>
            </a:extLst>
          </p:cNvPr>
          <p:cNvSpPr>
            <a:spLocks noGrp="1"/>
          </p:cNvSpPr>
          <p:nvPr>
            <p:ph type="sldNum" sz="quarter" idx="12"/>
          </p:nvPr>
        </p:nvSpPr>
        <p:spPr/>
        <p:txBody>
          <a:bodyPr/>
          <a:lstStyle/>
          <a:p>
            <a:pPr rtl="0"/>
            <a:fld id="{3A98EE3D-8CD1-4C3F-BD1C-C98C9596463C}" type="slidenum">
              <a:rPr lang="en-US" smtClean="0"/>
              <a:t>2</a:t>
            </a:fld>
            <a:endParaRPr lang="en-US" dirty="0"/>
          </a:p>
        </p:txBody>
      </p:sp>
      <p:pic>
        <p:nvPicPr>
          <p:cNvPr id="10" name="Image 9" descr="Une image contenant Graphique, graphisme, Police, texte&#10;&#10;Description générée automatiquement">
            <a:extLst>
              <a:ext uri="{FF2B5EF4-FFF2-40B4-BE49-F238E27FC236}">
                <a16:creationId xmlns:a16="http://schemas.microsoft.com/office/drawing/2014/main" id="{7A9EC5B9-9518-765D-86A1-208D95FF2582}"/>
              </a:ext>
            </a:extLst>
          </p:cNvPr>
          <p:cNvPicPr>
            <a:picLocks noChangeAspect="1"/>
          </p:cNvPicPr>
          <p:nvPr/>
        </p:nvPicPr>
        <p:blipFill>
          <a:blip r:embed="rId4"/>
          <a:stretch>
            <a:fillRect/>
          </a:stretch>
        </p:blipFill>
        <p:spPr>
          <a:xfrm>
            <a:off x="591683" y="3287522"/>
            <a:ext cx="2000098" cy="721531"/>
          </a:xfrm>
          <a:prstGeom prst="rect">
            <a:avLst/>
          </a:prstGeom>
        </p:spPr>
      </p:pic>
      <p:sp>
        <p:nvSpPr>
          <p:cNvPr id="14" name="Espace réservé du contenu 2">
            <a:extLst>
              <a:ext uri="{FF2B5EF4-FFF2-40B4-BE49-F238E27FC236}">
                <a16:creationId xmlns:a16="http://schemas.microsoft.com/office/drawing/2014/main" id="{48C2A2FB-191B-BF33-FCA3-D91156DCB984}"/>
              </a:ext>
            </a:extLst>
          </p:cNvPr>
          <p:cNvSpPr txBox="1">
            <a:spLocks/>
          </p:cNvSpPr>
          <p:nvPr/>
        </p:nvSpPr>
        <p:spPr>
          <a:xfrm>
            <a:off x="541282" y="3793624"/>
            <a:ext cx="3568661" cy="194979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216000" indent="-216000"/>
            <a:r>
              <a:rPr lang="fr-FR" sz="1600" dirty="0"/>
              <a:t>Développement Projet </a:t>
            </a:r>
            <a:r>
              <a:rPr lang="fr-FR" sz="1600" dirty="0" err="1"/>
              <a:t>Genie</a:t>
            </a:r>
            <a:r>
              <a:rPr lang="fr-FR" sz="1600" dirty="0"/>
              <a:t> Logiciel</a:t>
            </a:r>
          </a:p>
          <a:p>
            <a:pPr marL="216000" indent="-216000"/>
            <a:r>
              <a:rPr lang="fr-FR" sz="1600" dirty="0"/>
              <a:t>Grand Admis</a:t>
            </a:r>
          </a:p>
          <a:p>
            <a:pPr marL="216000" indent="-216000"/>
            <a:r>
              <a:rPr lang="fr-FR" sz="1600" dirty="0"/>
              <a:t>Apprentissage CPI Applications</a:t>
            </a:r>
          </a:p>
          <a:p>
            <a:pPr marL="0" indent="0">
              <a:buNone/>
            </a:pPr>
            <a:endParaRPr lang="fr-FR" sz="1600" dirty="0"/>
          </a:p>
        </p:txBody>
      </p:sp>
      <p:pic>
        <p:nvPicPr>
          <p:cNvPr id="15" name="Image 14">
            <a:hlinkClick r:id="rId5"/>
            <a:extLst>
              <a:ext uri="{FF2B5EF4-FFF2-40B4-BE49-F238E27FC236}">
                <a16:creationId xmlns:a16="http://schemas.microsoft.com/office/drawing/2014/main" id="{FC814E3D-6C5D-229E-C9B9-A6302DF74A54}"/>
              </a:ext>
            </a:extLst>
          </p:cNvPr>
          <p:cNvPicPr>
            <a:picLocks noChangeAspect="1"/>
          </p:cNvPicPr>
          <p:nvPr/>
        </p:nvPicPr>
        <p:blipFill>
          <a:blip r:embed="rId6"/>
          <a:stretch>
            <a:fillRect/>
          </a:stretch>
        </p:blipFill>
        <p:spPr>
          <a:xfrm>
            <a:off x="513654" y="5280294"/>
            <a:ext cx="1412206" cy="488170"/>
          </a:xfrm>
          <a:prstGeom prst="rect">
            <a:avLst/>
          </a:prstGeom>
        </p:spPr>
      </p:pic>
      <p:pic>
        <p:nvPicPr>
          <p:cNvPr id="1026" name="Picture 2">
            <a:hlinkClick r:id="rId7"/>
            <a:extLst>
              <a:ext uri="{FF2B5EF4-FFF2-40B4-BE49-F238E27FC236}">
                <a16:creationId xmlns:a16="http://schemas.microsoft.com/office/drawing/2014/main" id="{1F0642FF-2E6D-64C6-59AA-5D25E504618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11087" y="5352047"/>
            <a:ext cx="2309332" cy="4962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VH étoffe son programme partenaires et vise l'export | ChannelBiz">
            <a:extLst>
              <a:ext uri="{FF2B5EF4-FFF2-40B4-BE49-F238E27FC236}">
                <a16:creationId xmlns:a16="http://schemas.microsoft.com/office/drawing/2014/main" id="{6253F874-36E1-46DD-700C-28E98694924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90376" y="5889796"/>
            <a:ext cx="968204" cy="968204"/>
          </a:xfrm>
          <a:prstGeom prst="rect">
            <a:avLst/>
          </a:prstGeom>
          <a:noFill/>
          <a:extLst>
            <a:ext uri="{909E8E84-426E-40DD-AFC4-6F175D3DCCD1}">
              <a14:hiddenFill xmlns:a14="http://schemas.microsoft.com/office/drawing/2010/main">
                <a:solidFill>
                  <a:srgbClr val="FFFFFF"/>
                </a:solidFill>
              </a14:hiddenFill>
            </a:ext>
          </a:extLst>
        </p:spPr>
      </p:pic>
      <p:pic>
        <p:nvPicPr>
          <p:cNvPr id="19" name="Graphique 18" descr="Famille avec deux enfants avec un remplissage uni">
            <a:extLst>
              <a:ext uri="{FF2B5EF4-FFF2-40B4-BE49-F238E27FC236}">
                <a16:creationId xmlns:a16="http://schemas.microsoft.com/office/drawing/2014/main" id="{6931BFF1-990E-95F6-4A15-D9046F9D8FC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82440" y="5848968"/>
            <a:ext cx="681038" cy="681038"/>
          </a:xfrm>
          <a:prstGeom prst="rect">
            <a:avLst/>
          </a:prstGeom>
        </p:spPr>
      </p:pic>
      <p:pic>
        <p:nvPicPr>
          <p:cNvPr id="4" name="Picture 5" descr="Une image contenant texte, Police, logo, Graphique&#10;&#10;Le contenu généré par l’IA peut être incorrect.">
            <a:extLst>
              <a:ext uri="{FF2B5EF4-FFF2-40B4-BE49-F238E27FC236}">
                <a16:creationId xmlns:a16="http://schemas.microsoft.com/office/drawing/2014/main" id="{0D128B7D-0AF1-BD74-327D-AE278466B6E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23955" y="1846334"/>
            <a:ext cx="1374113" cy="46798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Une image contenant Police, Graphique, logo, conception&#10;&#10;Le contenu généré par l’IA peut être incorrect.">
            <a:extLst>
              <a:ext uri="{FF2B5EF4-FFF2-40B4-BE49-F238E27FC236}">
                <a16:creationId xmlns:a16="http://schemas.microsoft.com/office/drawing/2014/main" id="{1D94689A-B434-7786-5138-C1386F0B192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20445" y="1800852"/>
            <a:ext cx="1076616" cy="520708"/>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 1" descr="Une image contenant texte, Police, logo, Graphique&#10;&#10;Le contenu généré par l’IA peut être incorrect.">
            <a:extLst>
              <a:ext uri="{FF2B5EF4-FFF2-40B4-BE49-F238E27FC236}">
                <a16:creationId xmlns:a16="http://schemas.microsoft.com/office/drawing/2014/main" id="{67C916B3-CDE9-8B3A-12B8-E455C8EC7C0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3078" y="1800852"/>
            <a:ext cx="1018723" cy="431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9873386"/>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69B35BB5-1630-45F0-B55C-B6847DF21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0"/>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20" name="Rectangle 11">
            <a:extLst>
              <a:ext uri="{FF2B5EF4-FFF2-40B4-BE49-F238E27FC236}">
                <a16:creationId xmlns:a16="http://schemas.microsoft.com/office/drawing/2014/main" id="{D3EF5146-0A37-42B3-AF51-CBFCE4002B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re 1">
            <a:extLst>
              <a:ext uri="{FF2B5EF4-FFF2-40B4-BE49-F238E27FC236}">
                <a16:creationId xmlns:a16="http://schemas.microsoft.com/office/drawing/2014/main" id="{3DC6CC32-12E2-40AB-91E7-E065E3B54AA8}"/>
              </a:ext>
            </a:extLst>
          </p:cNvPr>
          <p:cNvSpPr>
            <a:spLocks noGrp="1"/>
          </p:cNvSpPr>
          <p:nvPr>
            <p:ph type="title"/>
          </p:nvPr>
        </p:nvSpPr>
        <p:spPr>
          <a:xfrm>
            <a:off x="581192" y="5264486"/>
            <a:ext cx="11029616" cy="958513"/>
          </a:xfrm>
        </p:spPr>
        <p:txBody>
          <a:bodyPr rtlCol="0" anchor="ctr">
            <a:normAutofit/>
          </a:bodyPr>
          <a:lstStyle/>
          <a:p>
            <a:pPr rtl="0"/>
            <a:r>
              <a:rPr lang="fr-FR" dirty="0">
                <a:solidFill>
                  <a:srgbClr val="FFFEFF"/>
                </a:solidFill>
              </a:rPr>
              <a:t>Plan du cours</a:t>
            </a:r>
          </a:p>
        </p:txBody>
      </p:sp>
      <p:sp>
        <p:nvSpPr>
          <p:cNvPr id="21" name="Rectangle 13">
            <a:extLst>
              <a:ext uri="{FF2B5EF4-FFF2-40B4-BE49-F238E27FC236}">
                <a16:creationId xmlns:a16="http://schemas.microsoft.com/office/drawing/2014/main" id="{DDED8BF8-49A0-47C5-84AB-93BBEEBCC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2" name="Rectangle 15">
            <a:extLst>
              <a:ext uri="{FF2B5EF4-FFF2-40B4-BE49-F238E27FC236}">
                <a16:creationId xmlns:a16="http://schemas.microsoft.com/office/drawing/2014/main" id="{E3609DE7-3DD1-4216-8540-70829BC88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8" name="Rectangle 17">
            <a:extLst>
              <a:ext uri="{FF2B5EF4-FFF2-40B4-BE49-F238E27FC236}">
                <a16:creationId xmlns:a16="http://schemas.microsoft.com/office/drawing/2014/main" id="{07EA47CF-8CF4-49F8-B441-9678508C0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aphicFrame>
        <p:nvGraphicFramePr>
          <p:cNvPr id="5" name="Espace réservé du contenu 2" descr="Objet SmartArt">
            <a:extLst>
              <a:ext uri="{FF2B5EF4-FFF2-40B4-BE49-F238E27FC236}">
                <a16:creationId xmlns:a16="http://schemas.microsoft.com/office/drawing/2014/main" id="{59405A29-4A0F-429B-A6BA-2D3E9946C76A}"/>
              </a:ext>
            </a:extLst>
          </p:cNvPr>
          <p:cNvGraphicFramePr>
            <a:graphicFrameLocks noGrp="1"/>
          </p:cNvGraphicFramePr>
          <p:nvPr>
            <p:ph idx="4294967295"/>
            <p:extLst>
              <p:ext uri="{D42A27DB-BD31-4B8C-83A1-F6EECF244321}">
                <p14:modId xmlns:p14="http://schemas.microsoft.com/office/powerpoint/2010/main" val="437459306"/>
              </p:ext>
            </p:extLst>
          </p:nvPr>
        </p:nvGraphicFramePr>
        <p:xfrm>
          <a:off x="450434" y="858445"/>
          <a:ext cx="11288243" cy="39612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Espace réservé du pied de page 5">
            <a:extLst>
              <a:ext uri="{FF2B5EF4-FFF2-40B4-BE49-F238E27FC236}">
                <a16:creationId xmlns:a16="http://schemas.microsoft.com/office/drawing/2014/main" id="{C27FD4A6-6875-4A00-8018-45FACC1101F7}"/>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7" name="Espace réservé du numéro de diapositive 6">
            <a:extLst>
              <a:ext uri="{FF2B5EF4-FFF2-40B4-BE49-F238E27FC236}">
                <a16:creationId xmlns:a16="http://schemas.microsoft.com/office/drawing/2014/main" id="{B87AD7C1-BD0A-450D-8258-AE779C204719}"/>
              </a:ext>
            </a:extLst>
          </p:cNvPr>
          <p:cNvSpPr>
            <a:spLocks noGrp="1"/>
          </p:cNvSpPr>
          <p:nvPr>
            <p:ph type="sldNum" sz="quarter" idx="12"/>
          </p:nvPr>
        </p:nvSpPr>
        <p:spPr/>
        <p:txBody>
          <a:bodyPr/>
          <a:lstStyle/>
          <a:p>
            <a:pPr rtl="0"/>
            <a:fld id="{3A98EE3D-8CD1-4C3F-BD1C-C98C9596463C}" type="slidenum">
              <a:rPr lang="fr-FR" noProof="0" smtClean="0"/>
              <a:t>3</a:t>
            </a:fld>
            <a:endParaRPr lang="fr-FR" noProof="0"/>
          </a:p>
        </p:txBody>
      </p:sp>
      <p:pic>
        <p:nvPicPr>
          <p:cNvPr id="4" name="Graphique 3" descr="Bureau contour">
            <a:extLst>
              <a:ext uri="{FF2B5EF4-FFF2-40B4-BE49-F238E27FC236}">
                <a16:creationId xmlns:a16="http://schemas.microsoft.com/office/drawing/2014/main" id="{0FCA5F51-A137-6449-C22B-3DD3C718C41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764231" y="3711191"/>
            <a:ext cx="556187" cy="556187"/>
          </a:xfrm>
          <a:prstGeom prst="rect">
            <a:avLst/>
          </a:prstGeom>
        </p:spPr>
      </p:pic>
      <p:pic>
        <p:nvPicPr>
          <p:cNvPr id="9" name="Graphique 8" descr="Bureau contour">
            <a:extLst>
              <a:ext uri="{FF2B5EF4-FFF2-40B4-BE49-F238E27FC236}">
                <a16:creationId xmlns:a16="http://schemas.microsoft.com/office/drawing/2014/main" id="{7153D5CE-349C-F213-7CD4-E279796F959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131057" y="3783654"/>
            <a:ext cx="556188" cy="556188"/>
          </a:xfrm>
          <a:prstGeom prst="rect">
            <a:avLst/>
          </a:prstGeom>
        </p:spPr>
      </p:pic>
      <p:pic>
        <p:nvPicPr>
          <p:cNvPr id="8" name="Graphique 7" descr="Bureau contour">
            <a:extLst>
              <a:ext uri="{FF2B5EF4-FFF2-40B4-BE49-F238E27FC236}">
                <a16:creationId xmlns:a16="http://schemas.microsoft.com/office/drawing/2014/main" id="{6B5CDCA0-29D7-8FEE-EFD6-08493057A2C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62298" y="3227467"/>
            <a:ext cx="556187" cy="556187"/>
          </a:xfrm>
          <a:prstGeom prst="rect">
            <a:avLst/>
          </a:prstGeom>
        </p:spPr>
      </p:pic>
    </p:spTree>
    <p:extLst>
      <p:ext uri="{BB962C8B-B14F-4D97-AF65-F5344CB8AC3E}">
        <p14:creationId xmlns:p14="http://schemas.microsoft.com/office/powerpoint/2010/main" val="1622464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24EC38A0-3DAB-4B29-9BBE-45A9EBDBF417}"/>
              </a:ext>
            </a:extLst>
          </p:cNvPr>
          <p:cNvSpPr>
            <a:spLocks noGrp="1"/>
          </p:cNvSpPr>
          <p:nvPr>
            <p:ph type="title"/>
          </p:nvPr>
        </p:nvSpPr>
        <p:spPr/>
        <p:txBody>
          <a:bodyPr rtlCol="0"/>
          <a:lstStyle/>
          <a:p>
            <a:pPr rtl="0"/>
            <a:r>
              <a:rPr lang="fr-FR"/>
              <a:t>MERCI DE VOTRE ATTENTION!</a:t>
            </a:r>
          </a:p>
        </p:txBody>
      </p:sp>
      <p:pic>
        <p:nvPicPr>
          <p:cNvPr id="14" name="Espace réservé d’image 13" descr="Jeunes femmes dans une bibliothèque">
            <a:extLst>
              <a:ext uri="{FF2B5EF4-FFF2-40B4-BE49-F238E27FC236}">
                <a16:creationId xmlns:a16="http://schemas.microsoft.com/office/drawing/2014/main" id="{E923BD5B-22B6-4E92-B95F-5F7B6467380E}"/>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450662" y="606425"/>
            <a:ext cx="11285913" cy="3536950"/>
          </a:xfrm>
          <a:prstGeom prst="rect">
            <a:avLst/>
          </a:prstGeom>
        </p:spPr>
      </p:pic>
      <p:sp>
        <p:nvSpPr>
          <p:cNvPr id="4" name="Espace réservé du texte 3">
            <a:extLst>
              <a:ext uri="{FF2B5EF4-FFF2-40B4-BE49-F238E27FC236}">
                <a16:creationId xmlns:a16="http://schemas.microsoft.com/office/drawing/2014/main" id="{FD26EF91-820B-4DA2-B398-3E168AFF17A9}"/>
              </a:ext>
            </a:extLst>
          </p:cNvPr>
          <p:cNvSpPr>
            <a:spLocks noGrp="1"/>
          </p:cNvSpPr>
          <p:nvPr>
            <p:ph type="body" sz="half" idx="4294967295"/>
          </p:nvPr>
        </p:nvSpPr>
        <p:spPr>
          <a:xfrm>
            <a:off x="1077203" y="5316688"/>
            <a:ext cx="10014868" cy="676894"/>
          </a:xfrm>
        </p:spPr>
        <p:txBody>
          <a:bodyPr vert="horz" lIns="91440" tIns="45720" rIns="91440" bIns="45720" rtlCol="0" anchor="t">
            <a:normAutofit/>
          </a:bodyPr>
          <a:lstStyle/>
          <a:p>
            <a:pPr marL="0" indent="0" rtl="0">
              <a:lnSpc>
                <a:spcPct val="120000"/>
              </a:lnSpc>
              <a:spcBef>
                <a:spcPct val="20000"/>
              </a:spcBef>
              <a:buNone/>
            </a:pPr>
            <a:r>
              <a:rPr lang="fr-FR" sz="1600" cap="all" dirty="0">
                <a:solidFill>
                  <a:schemeClr val="tx2">
                    <a:lumMod val="10000"/>
                    <a:lumOff val="90000"/>
                    <a:alpha val="75000"/>
                  </a:schemeClr>
                </a:solidFill>
              </a:rPr>
              <a:t> </a:t>
            </a:r>
          </a:p>
        </p:txBody>
      </p:sp>
      <p:sp>
        <p:nvSpPr>
          <p:cNvPr id="2" name="Espace réservé du pied de page 1">
            <a:extLst>
              <a:ext uri="{FF2B5EF4-FFF2-40B4-BE49-F238E27FC236}">
                <a16:creationId xmlns:a16="http://schemas.microsoft.com/office/drawing/2014/main" id="{B858B4D5-6DC1-0416-53AF-1C522A844C51}"/>
              </a:ext>
            </a:extLst>
          </p:cNvPr>
          <p:cNvSpPr>
            <a:spLocks noGrp="1"/>
          </p:cNvSpPr>
          <p:nvPr>
            <p:ph type="ftr" sz="quarter" idx="11"/>
          </p:nvPr>
        </p:nvSpPr>
        <p:spPr/>
        <p:txBody>
          <a:bodyPr/>
          <a:lstStyle/>
          <a:p>
            <a:pPr algn="l" rtl="0"/>
            <a:r>
              <a:rPr lang="fr-FR" noProof="0"/>
              <a:t>Guillaume FOVEAU 2026</a:t>
            </a:r>
          </a:p>
        </p:txBody>
      </p:sp>
      <p:sp>
        <p:nvSpPr>
          <p:cNvPr id="3" name="Espace réservé du numéro de diapositive 2">
            <a:extLst>
              <a:ext uri="{FF2B5EF4-FFF2-40B4-BE49-F238E27FC236}">
                <a16:creationId xmlns:a16="http://schemas.microsoft.com/office/drawing/2014/main" id="{4959F767-F4CE-4A07-F50C-029094F85F80}"/>
              </a:ext>
            </a:extLst>
          </p:cNvPr>
          <p:cNvSpPr>
            <a:spLocks noGrp="1"/>
          </p:cNvSpPr>
          <p:nvPr>
            <p:ph type="sldNum" sz="quarter" idx="12"/>
          </p:nvPr>
        </p:nvSpPr>
        <p:spPr/>
        <p:txBody>
          <a:bodyPr/>
          <a:lstStyle/>
          <a:p>
            <a:pPr rtl="0"/>
            <a:fld id="{F603CDE5-C1D8-4EDD-870F-A498BAFA520F}" type="slidenum">
              <a:rPr lang="fr-FR" noProof="0" smtClean="0"/>
              <a:t>4</a:t>
            </a:fld>
            <a:endParaRPr lang="fr-FR" noProof="0"/>
          </a:p>
        </p:txBody>
      </p:sp>
    </p:spTree>
    <p:extLst>
      <p:ext uri="{BB962C8B-B14F-4D97-AF65-F5344CB8AC3E}">
        <p14:creationId xmlns:p14="http://schemas.microsoft.com/office/powerpoint/2010/main" val="3798308848"/>
      </p:ext>
    </p:extLst>
  </p:cSld>
  <p:clrMapOvr>
    <a:masterClrMapping/>
  </p:clrMapOvr>
</p:sld>
</file>

<file path=ppt/theme/theme1.xml><?xml version="1.0" encoding="utf-8"?>
<a:theme xmlns:a="http://schemas.openxmlformats.org/drawingml/2006/main" name="DividendVTI">
  <a:themeElements>
    <a:clrScheme name="">
      <a:dk1>
        <a:srgbClr val="000000"/>
      </a:dk1>
      <a:lt1>
        <a:srgbClr val="FFFFFF"/>
      </a:lt1>
      <a:dk2>
        <a:srgbClr val="242F41"/>
      </a:dk2>
      <a:lt2>
        <a:srgbClr val="E2E6E8"/>
      </a:lt2>
      <a:accent1>
        <a:srgbClr val="CE7242"/>
      </a:accent1>
      <a:accent2>
        <a:srgbClr val="BC303B"/>
      </a:accent2>
      <a:accent3>
        <a:srgbClr val="CE4287"/>
      </a:accent3>
      <a:accent4>
        <a:srgbClr val="BC30AF"/>
      </a:accent4>
      <a:accent5>
        <a:srgbClr val="A042CE"/>
      </a:accent5>
      <a:accent6>
        <a:srgbClr val="6444C2"/>
      </a:accent6>
      <a:hlink>
        <a:srgbClr val="3B8AB3"/>
      </a:hlink>
      <a:folHlink>
        <a:srgbClr val="7F7F7F"/>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330679_TF00870617_Win32" id="{0C21701E-A02E-4477-B0D7-D47A31FC1B2D}" vid="{49D40C53-E881-496D-A6A9-546E4C7AC345}"/>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Formation au sein d'une entreprise traditionnelle</Template>
  <TotalTime>463</TotalTime>
  <Words>115</Words>
  <Application>Microsoft Office PowerPoint</Application>
  <PresentationFormat>Grand écran</PresentationFormat>
  <Paragraphs>33</Paragraphs>
  <Slides>4</Slides>
  <Notes>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4</vt:i4>
      </vt:variant>
    </vt:vector>
  </HeadingPairs>
  <TitlesOfParts>
    <vt:vector size="9" baseType="lpstr">
      <vt:lpstr>Calibri</vt:lpstr>
      <vt:lpstr>Gill Sans MT</vt:lpstr>
      <vt:lpstr>Wingdings</vt:lpstr>
      <vt:lpstr>Wingdings 2</vt:lpstr>
      <vt:lpstr>DividendVTI</vt:lpstr>
      <vt:lpstr>Inf8-Techno WEB L3 MIAGE LA SORBONNE </vt:lpstr>
      <vt:lpstr>Guillaume FOVEAU</vt:lpstr>
      <vt:lpstr>Plan du cours</vt:lpstr>
      <vt:lpstr>MERCI DE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Enseigner un cours</dc:title>
  <dc:creator>Guillaume FOVEAU</dc:creator>
  <cp:lastModifiedBy>Guillaume FOVEAU</cp:lastModifiedBy>
  <cp:revision>2</cp:revision>
  <dcterms:created xsi:type="dcterms:W3CDTF">2024-03-02T11:02:11Z</dcterms:created>
  <dcterms:modified xsi:type="dcterms:W3CDTF">2026-04-02T11:50:00Z</dcterms:modified>
</cp:coreProperties>
</file>